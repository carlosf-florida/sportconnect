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Calibri (MS) Bold" charset="1" panose="020F0702030404030204"/>
      <p:regular r:id="rId17"/>
    </p:embeddedFont>
    <p:embeddedFont>
      <p:font typeface="Calibri (MS)" charset="1" panose="020F05020202040302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notesMasters/notesMaster1.xml" Type="http://schemas.openxmlformats.org/officeDocument/2006/relationships/notesMaster"/><Relationship Id="rId15" Target="theme/theme2.xml" Type="http://schemas.openxmlformats.org/officeDocument/2006/relationships/theme"/><Relationship Id="rId16" Target="notesSlides/notesSlide1.xml" Type="http://schemas.openxmlformats.org/officeDocument/2006/relationships/notes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notesSlides/notesSlide2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3.xml" Type="http://schemas.openxmlformats.org/officeDocument/2006/relationships/notesSlide"/><Relationship Id="rId21" Target="notesSlides/notesSlide4.xml" Type="http://schemas.openxmlformats.org/officeDocument/2006/relationships/notesSlide"/><Relationship Id="rId22" Target="notesSlides/notesSlide5.xml" Type="http://schemas.openxmlformats.org/officeDocument/2006/relationships/notesSlide"/><Relationship Id="rId23" Target="notesSlides/notesSlide6.xml" Type="http://schemas.openxmlformats.org/officeDocument/2006/relationships/notesSlide"/><Relationship Id="rId24" Target="notesSlides/notesSlide7.xml" Type="http://schemas.openxmlformats.org/officeDocument/2006/relationships/notesSlide"/><Relationship Id="rId25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423143" y="-12697"/>
            <a:ext cx="5877563" cy="10312403"/>
            <a:chOff x="0" y="0"/>
            <a:chExt cx="783675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7802881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7802881">
                  <a:moveTo>
                    <a:pt x="0" y="0"/>
                  </a:moveTo>
                  <a:lnTo>
                    <a:pt x="7802881" y="0"/>
                  </a:lnTo>
                  <a:lnTo>
                    <a:pt x="7802881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1B4F7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836662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7836662">
                  <a:moveTo>
                    <a:pt x="16891" y="0"/>
                  </a:moveTo>
                  <a:lnTo>
                    <a:pt x="7819772" y="0"/>
                  </a:lnTo>
                  <a:cubicBezTo>
                    <a:pt x="7829169" y="0"/>
                    <a:pt x="7836662" y="7620"/>
                    <a:pt x="7836662" y="16891"/>
                  </a:cubicBezTo>
                  <a:lnTo>
                    <a:pt x="7836662" y="13732890"/>
                  </a:lnTo>
                  <a:cubicBezTo>
                    <a:pt x="7836662" y="13742290"/>
                    <a:pt x="7829042" y="13749782"/>
                    <a:pt x="7819772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7819772" y="13716000"/>
                  </a:lnTo>
                  <a:lnTo>
                    <a:pt x="7819772" y="13732890"/>
                  </a:lnTo>
                  <a:lnTo>
                    <a:pt x="7802880" y="13732890"/>
                  </a:lnTo>
                  <a:lnTo>
                    <a:pt x="7802880" y="16891"/>
                  </a:lnTo>
                  <a:lnTo>
                    <a:pt x="7819772" y="16891"/>
                  </a:lnTo>
                  <a:lnTo>
                    <a:pt x="78197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4F7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1874503" y="-12697"/>
            <a:ext cx="610619" cy="10312403"/>
            <a:chOff x="0" y="0"/>
            <a:chExt cx="814159" cy="13749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780288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1ABC9C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4070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814070">
                  <a:moveTo>
                    <a:pt x="16891" y="0"/>
                  </a:moveTo>
                  <a:lnTo>
                    <a:pt x="797179" y="0"/>
                  </a:lnTo>
                  <a:cubicBezTo>
                    <a:pt x="806577" y="0"/>
                    <a:pt x="814070" y="7620"/>
                    <a:pt x="814070" y="16891"/>
                  </a:cubicBezTo>
                  <a:lnTo>
                    <a:pt x="814070" y="13732890"/>
                  </a:lnTo>
                  <a:cubicBezTo>
                    <a:pt x="814070" y="13742290"/>
                    <a:pt x="806450" y="13749782"/>
                    <a:pt x="797179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797179" y="13716000"/>
                  </a:lnTo>
                  <a:lnTo>
                    <a:pt x="797179" y="13732890"/>
                  </a:lnTo>
                  <a:lnTo>
                    <a:pt x="780288" y="13732890"/>
                  </a:lnTo>
                  <a:lnTo>
                    <a:pt x="780288" y="16891"/>
                  </a:lnTo>
                  <a:lnTo>
                    <a:pt x="797179" y="16891"/>
                  </a:lnTo>
                  <a:lnTo>
                    <a:pt x="7971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BC9C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154663" y="901703"/>
            <a:ext cx="1854203" cy="1854203"/>
            <a:chOff x="0" y="0"/>
            <a:chExt cx="2472271" cy="24722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24384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438400">
                  <a:moveTo>
                    <a:pt x="0" y="1219200"/>
                  </a:moveTo>
                  <a:cubicBezTo>
                    <a:pt x="0" y="545846"/>
                    <a:pt x="545846" y="0"/>
                    <a:pt x="1219200" y="0"/>
                  </a:cubicBezTo>
                  <a:cubicBezTo>
                    <a:pt x="1892554" y="0"/>
                    <a:pt x="2438400" y="545846"/>
                    <a:pt x="2438400" y="1219200"/>
                  </a:cubicBezTo>
                  <a:cubicBezTo>
                    <a:pt x="2438400" y="1892554"/>
                    <a:pt x="1892554" y="2438400"/>
                    <a:pt x="1219200" y="2438400"/>
                  </a:cubicBezTo>
                  <a:cubicBezTo>
                    <a:pt x="545846" y="2438400"/>
                    <a:pt x="0" y="1892554"/>
                    <a:pt x="0" y="1219200"/>
                  </a:cubicBezTo>
                  <a:close/>
                </a:path>
              </a:pathLst>
            </a:custGeom>
            <a:solidFill>
              <a:srgbClr val="1ABC9C">
                <a:alpha val="5882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72182" cy="2472182"/>
            </a:xfrm>
            <a:custGeom>
              <a:avLst/>
              <a:gdLst/>
              <a:ahLst/>
              <a:cxnLst/>
              <a:rect r="r" b="b" t="t" l="l"/>
              <a:pathLst>
                <a:path h="2472182" w="2472182">
                  <a:moveTo>
                    <a:pt x="0" y="1236091"/>
                  </a:moveTo>
                  <a:cubicBezTo>
                    <a:pt x="0" y="553466"/>
                    <a:pt x="553466" y="0"/>
                    <a:pt x="1236091" y="0"/>
                  </a:cubicBezTo>
                  <a:lnTo>
                    <a:pt x="1236091" y="16891"/>
                  </a:lnTo>
                  <a:lnTo>
                    <a:pt x="1236091" y="0"/>
                  </a:lnTo>
                  <a:cubicBezTo>
                    <a:pt x="1918843" y="0"/>
                    <a:pt x="2472182" y="553466"/>
                    <a:pt x="2472182" y="1236091"/>
                  </a:cubicBezTo>
                  <a:lnTo>
                    <a:pt x="2455291" y="1236091"/>
                  </a:lnTo>
                  <a:lnTo>
                    <a:pt x="2472182" y="1236091"/>
                  </a:lnTo>
                  <a:cubicBezTo>
                    <a:pt x="2472182" y="1918843"/>
                    <a:pt x="1918716" y="2472182"/>
                    <a:pt x="1236091" y="2472182"/>
                  </a:cubicBezTo>
                  <a:lnTo>
                    <a:pt x="1236091" y="2455291"/>
                  </a:lnTo>
                  <a:lnTo>
                    <a:pt x="1236091" y="2472182"/>
                  </a:lnTo>
                  <a:cubicBezTo>
                    <a:pt x="553466" y="2472309"/>
                    <a:pt x="0" y="1918843"/>
                    <a:pt x="0" y="1236091"/>
                  </a:cubicBezTo>
                  <a:lnTo>
                    <a:pt x="16891" y="12360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0" y="1236091"/>
                  </a:lnTo>
                  <a:moveTo>
                    <a:pt x="33909" y="1236091"/>
                  </a:moveTo>
                  <a:cubicBezTo>
                    <a:pt x="33909" y="1245489"/>
                    <a:pt x="26289" y="1252982"/>
                    <a:pt x="17018" y="1252982"/>
                  </a:cubicBezTo>
                  <a:cubicBezTo>
                    <a:pt x="7747" y="1252982"/>
                    <a:pt x="0" y="1245489"/>
                    <a:pt x="0" y="1236091"/>
                  </a:cubicBezTo>
                  <a:cubicBezTo>
                    <a:pt x="0" y="1226693"/>
                    <a:pt x="7620" y="1219200"/>
                    <a:pt x="16891" y="1219200"/>
                  </a:cubicBezTo>
                  <a:cubicBezTo>
                    <a:pt x="26162" y="1219200"/>
                    <a:pt x="33782" y="1226820"/>
                    <a:pt x="33782" y="1236091"/>
                  </a:cubicBezTo>
                  <a:cubicBezTo>
                    <a:pt x="33909" y="1900174"/>
                    <a:pt x="572135" y="2438400"/>
                    <a:pt x="1236091" y="2438400"/>
                  </a:cubicBezTo>
                  <a:cubicBezTo>
                    <a:pt x="1900174" y="2438400"/>
                    <a:pt x="2438400" y="1900174"/>
                    <a:pt x="2438400" y="1236091"/>
                  </a:cubicBezTo>
                  <a:cubicBezTo>
                    <a:pt x="2438400" y="572135"/>
                    <a:pt x="1900174" y="33782"/>
                    <a:pt x="1236091" y="33782"/>
                  </a:cubicBezTo>
                  <a:lnTo>
                    <a:pt x="1236091" y="16891"/>
                  </a:lnTo>
                  <a:lnTo>
                    <a:pt x="1236091" y="33909"/>
                  </a:lnTo>
                  <a:cubicBezTo>
                    <a:pt x="572135" y="33909"/>
                    <a:pt x="33909" y="572135"/>
                    <a:pt x="33909" y="1236091"/>
                  </a:cubicBezTo>
                  <a:close/>
                </a:path>
              </a:pathLst>
            </a:custGeom>
            <a:solidFill>
              <a:srgbClr val="1ABC9C">
                <a:alpha val="5882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5349223" y="4010663"/>
            <a:ext cx="2585723" cy="2585723"/>
            <a:chOff x="0" y="0"/>
            <a:chExt cx="3447631" cy="344763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3413760" cy="3413760"/>
            </a:xfrm>
            <a:custGeom>
              <a:avLst/>
              <a:gdLst/>
              <a:ahLst/>
              <a:cxnLst/>
              <a:rect r="r" b="b" t="t" l="l"/>
              <a:pathLst>
                <a:path h="3413760" w="3413760">
                  <a:moveTo>
                    <a:pt x="0" y="1706880"/>
                  </a:moveTo>
                  <a:cubicBezTo>
                    <a:pt x="0" y="764159"/>
                    <a:pt x="764159" y="0"/>
                    <a:pt x="1706880" y="0"/>
                  </a:cubicBezTo>
                  <a:cubicBezTo>
                    <a:pt x="2649601" y="0"/>
                    <a:pt x="3413760" y="764159"/>
                    <a:pt x="3413760" y="1706880"/>
                  </a:cubicBezTo>
                  <a:cubicBezTo>
                    <a:pt x="3413760" y="2649601"/>
                    <a:pt x="2649601" y="3413760"/>
                    <a:pt x="1706880" y="3413760"/>
                  </a:cubicBezTo>
                  <a:cubicBezTo>
                    <a:pt x="764159" y="3413760"/>
                    <a:pt x="0" y="2649601"/>
                    <a:pt x="0" y="1706880"/>
                  </a:cubicBezTo>
                  <a:close/>
                </a:path>
              </a:pathLst>
            </a:custGeom>
            <a:solidFill>
              <a:srgbClr val="FFFFFF">
                <a:alpha val="1176"/>
              </a:srgbClr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447669" cy="3447542"/>
            </a:xfrm>
            <a:custGeom>
              <a:avLst/>
              <a:gdLst/>
              <a:ahLst/>
              <a:cxnLst/>
              <a:rect r="r" b="b" t="t" l="l"/>
              <a:pathLst>
                <a:path h="3447542" w="3447669">
                  <a:moveTo>
                    <a:pt x="0" y="1723771"/>
                  </a:moveTo>
                  <a:cubicBezTo>
                    <a:pt x="0" y="771779"/>
                    <a:pt x="771779" y="0"/>
                    <a:pt x="1723771" y="0"/>
                  </a:cubicBezTo>
                  <a:lnTo>
                    <a:pt x="1723771" y="16891"/>
                  </a:lnTo>
                  <a:lnTo>
                    <a:pt x="1723771" y="0"/>
                  </a:lnTo>
                  <a:cubicBezTo>
                    <a:pt x="2675890" y="0"/>
                    <a:pt x="3447669" y="771779"/>
                    <a:pt x="3447669" y="1723771"/>
                  </a:cubicBezTo>
                  <a:lnTo>
                    <a:pt x="3430778" y="1723771"/>
                  </a:lnTo>
                  <a:lnTo>
                    <a:pt x="3447669" y="1723771"/>
                  </a:lnTo>
                  <a:cubicBezTo>
                    <a:pt x="3447669" y="2675763"/>
                    <a:pt x="2675890" y="3447542"/>
                    <a:pt x="1723898" y="3447542"/>
                  </a:cubicBezTo>
                  <a:lnTo>
                    <a:pt x="1723898" y="3430651"/>
                  </a:lnTo>
                  <a:lnTo>
                    <a:pt x="1723898" y="3447542"/>
                  </a:lnTo>
                  <a:cubicBezTo>
                    <a:pt x="771779" y="3447669"/>
                    <a:pt x="0" y="2675890"/>
                    <a:pt x="0" y="1723771"/>
                  </a:cubicBezTo>
                  <a:lnTo>
                    <a:pt x="16891" y="1723771"/>
                  </a:lnTo>
                  <a:lnTo>
                    <a:pt x="31115" y="1732915"/>
                  </a:lnTo>
                  <a:cubicBezTo>
                    <a:pt x="27051" y="1739265"/>
                    <a:pt x="19304" y="1742186"/>
                    <a:pt x="12065" y="1740027"/>
                  </a:cubicBezTo>
                  <a:cubicBezTo>
                    <a:pt x="4826" y="1737868"/>
                    <a:pt x="0" y="1731391"/>
                    <a:pt x="0" y="1723771"/>
                  </a:cubicBezTo>
                  <a:moveTo>
                    <a:pt x="33909" y="1723771"/>
                  </a:moveTo>
                  <a:lnTo>
                    <a:pt x="16891" y="1723771"/>
                  </a:lnTo>
                  <a:lnTo>
                    <a:pt x="2667" y="1714627"/>
                  </a:lnTo>
                  <a:cubicBezTo>
                    <a:pt x="6731" y="1708277"/>
                    <a:pt x="14478" y="1705356"/>
                    <a:pt x="21717" y="1707515"/>
                  </a:cubicBezTo>
                  <a:cubicBezTo>
                    <a:pt x="28956" y="1709674"/>
                    <a:pt x="33909" y="1716278"/>
                    <a:pt x="33909" y="1723771"/>
                  </a:cubicBezTo>
                  <a:cubicBezTo>
                    <a:pt x="33909" y="2657094"/>
                    <a:pt x="790575" y="3413760"/>
                    <a:pt x="1723898" y="3413760"/>
                  </a:cubicBezTo>
                  <a:cubicBezTo>
                    <a:pt x="2657221" y="3413760"/>
                    <a:pt x="3413887" y="2657094"/>
                    <a:pt x="3413887" y="1723771"/>
                  </a:cubicBezTo>
                  <a:cubicBezTo>
                    <a:pt x="3413887" y="790448"/>
                    <a:pt x="2657221" y="33782"/>
                    <a:pt x="1723898" y="33782"/>
                  </a:cubicBezTo>
                  <a:lnTo>
                    <a:pt x="1723898" y="16891"/>
                  </a:lnTo>
                  <a:lnTo>
                    <a:pt x="1723898" y="33909"/>
                  </a:lnTo>
                  <a:cubicBezTo>
                    <a:pt x="790448" y="33909"/>
                    <a:pt x="33909" y="790448"/>
                    <a:pt x="33909" y="1723771"/>
                  </a:cubicBezTo>
                  <a:close/>
                </a:path>
              </a:pathLst>
            </a:custGeom>
            <a:solidFill>
              <a:srgbClr val="FFFFFF">
                <a:alpha val="1176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788903" y="6936743"/>
            <a:ext cx="1488443" cy="1488443"/>
            <a:chOff x="0" y="0"/>
            <a:chExt cx="1984591" cy="198459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9507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950720">
                  <a:moveTo>
                    <a:pt x="0" y="975360"/>
                  </a:moveTo>
                  <a:cubicBezTo>
                    <a:pt x="0" y="436626"/>
                    <a:pt x="436626" y="0"/>
                    <a:pt x="975360" y="0"/>
                  </a:cubicBezTo>
                  <a:cubicBezTo>
                    <a:pt x="1514094" y="0"/>
                    <a:pt x="1950720" y="436626"/>
                    <a:pt x="1950720" y="975360"/>
                  </a:cubicBezTo>
                  <a:cubicBezTo>
                    <a:pt x="1950720" y="1514094"/>
                    <a:pt x="1514094" y="1950720"/>
                    <a:pt x="975360" y="1950720"/>
                  </a:cubicBezTo>
                  <a:cubicBezTo>
                    <a:pt x="436626" y="1950720"/>
                    <a:pt x="0" y="1514094"/>
                    <a:pt x="0" y="975360"/>
                  </a:cubicBezTo>
                  <a:close/>
                </a:path>
              </a:pathLst>
            </a:custGeom>
            <a:solidFill>
              <a:srgbClr val="F39C12">
                <a:alpha val="8627"/>
              </a:srgbClr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84502" cy="1984502"/>
            </a:xfrm>
            <a:custGeom>
              <a:avLst/>
              <a:gdLst/>
              <a:ahLst/>
              <a:cxnLst/>
              <a:rect r="r" b="b" t="t" l="l"/>
              <a:pathLst>
                <a:path h="1984502" w="1984502">
                  <a:moveTo>
                    <a:pt x="0" y="992251"/>
                  </a:moveTo>
                  <a:cubicBezTo>
                    <a:pt x="0" y="444246"/>
                    <a:pt x="444246" y="0"/>
                    <a:pt x="992251" y="0"/>
                  </a:cubicBezTo>
                  <a:lnTo>
                    <a:pt x="992251" y="16891"/>
                  </a:lnTo>
                  <a:lnTo>
                    <a:pt x="992251" y="0"/>
                  </a:lnTo>
                  <a:cubicBezTo>
                    <a:pt x="1540256" y="0"/>
                    <a:pt x="1984502" y="444246"/>
                    <a:pt x="1984502" y="992251"/>
                  </a:cubicBezTo>
                  <a:lnTo>
                    <a:pt x="1967611" y="992251"/>
                  </a:lnTo>
                  <a:lnTo>
                    <a:pt x="1984502" y="992251"/>
                  </a:lnTo>
                  <a:cubicBezTo>
                    <a:pt x="1984502" y="1540256"/>
                    <a:pt x="1540256" y="1984502"/>
                    <a:pt x="992251" y="1984502"/>
                  </a:cubicBezTo>
                  <a:lnTo>
                    <a:pt x="992251" y="1967611"/>
                  </a:lnTo>
                  <a:lnTo>
                    <a:pt x="992251" y="1984502"/>
                  </a:lnTo>
                  <a:cubicBezTo>
                    <a:pt x="444246" y="1984629"/>
                    <a:pt x="0" y="1540383"/>
                    <a:pt x="0" y="992251"/>
                  </a:cubicBezTo>
                  <a:lnTo>
                    <a:pt x="16891" y="99225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0" y="992251"/>
                  </a:lnTo>
                  <a:moveTo>
                    <a:pt x="33909" y="992251"/>
                  </a:moveTo>
                  <a:cubicBezTo>
                    <a:pt x="33909" y="1001649"/>
                    <a:pt x="26289" y="1009142"/>
                    <a:pt x="17018" y="1009142"/>
                  </a:cubicBezTo>
                  <a:cubicBezTo>
                    <a:pt x="7747" y="1009142"/>
                    <a:pt x="0" y="1001649"/>
                    <a:pt x="0" y="992251"/>
                  </a:cubicBezTo>
                  <a:cubicBezTo>
                    <a:pt x="0" y="982853"/>
                    <a:pt x="7620" y="975360"/>
                    <a:pt x="16891" y="975360"/>
                  </a:cubicBezTo>
                  <a:cubicBezTo>
                    <a:pt x="26162" y="975360"/>
                    <a:pt x="33782" y="982980"/>
                    <a:pt x="33782" y="992251"/>
                  </a:cubicBezTo>
                  <a:cubicBezTo>
                    <a:pt x="33782" y="1521587"/>
                    <a:pt x="462915" y="1950720"/>
                    <a:pt x="992251" y="1950720"/>
                  </a:cubicBezTo>
                  <a:cubicBezTo>
                    <a:pt x="1521587" y="1950720"/>
                    <a:pt x="1950720" y="1521587"/>
                    <a:pt x="1950720" y="992251"/>
                  </a:cubicBezTo>
                  <a:cubicBezTo>
                    <a:pt x="1950720" y="462915"/>
                    <a:pt x="1521587" y="33782"/>
                    <a:pt x="992251" y="33782"/>
                  </a:cubicBezTo>
                  <a:lnTo>
                    <a:pt x="992251" y="16891"/>
                  </a:lnTo>
                  <a:lnTo>
                    <a:pt x="992251" y="33909"/>
                  </a:lnTo>
                  <a:cubicBezTo>
                    <a:pt x="462915" y="33909"/>
                    <a:pt x="33909" y="462915"/>
                    <a:pt x="33909" y="992251"/>
                  </a:cubicBezTo>
                  <a:close/>
                </a:path>
              </a:pathLst>
            </a:custGeom>
            <a:solidFill>
              <a:srgbClr val="F39C12">
                <a:alpha val="8627"/>
              </a:srgbClr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93143" y="993143"/>
            <a:ext cx="5146043" cy="720347"/>
            <a:chOff x="0" y="0"/>
            <a:chExt cx="6861391" cy="96046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6827520" cy="926592"/>
            </a:xfrm>
            <a:custGeom>
              <a:avLst/>
              <a:gdLst/>
              <a:ahLst/>
              <a:cxnLst/>
              <a:rect r="r" b="b" t="t" l="l"/>
              <a:pathLst>
                <a:path h="92659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ABC9C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861301" cy="960376"/>
            </a:xfrm>
            <a:custGeom>
              <a:avLst/>
              <a:gdLst/>
              <a:ahLst/>
              <a:cxnLst/>
              <a:rect r="r" b="b" t="t" l="l"/>
              <a:pathLst>
                <a:path h="960376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943483"/>
                  </a:lnTo>
                  <a:cubicBezTo>
                    <a:pt x="6861301" y="952881"/>
                    <a:pt x="6853682" y="960374"/>
                    <a:pt x="684441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6844411" y="926592"/>
                  </a:lnTo>
                  <a:lnTo>
                    <a:pt x="6844411" y="943483"/>
                  </a:lnTo>
                  <a:lnTo>
                    <a:pt x="6827520" y="943483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BC9C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05840" y="1005840"/>
            <a:ext cx="5120640" cy="694944"/>
            <a:chOff x="0" y="0"/>
            <a:chExt cx="6827520" cy="9265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827520" cy="926592"/>
            </a:xfrm>
            <a:custGeom>
              <a:avLst/>
              <a:gdLst/>
              <a:ahLst/>
              <a:cxnLst/>
              <a:rect r="r" b="b" t="t" l="l"/>
              <a:pathLst>
                <a:path h="926592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573" r="0" b="-9357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6827520" cy="9551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  <a:r>
                <a:rPr lang="en-US" sz="16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TECHNICAL ENGLISH — CANVA 1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05840" y="2103120"/>
            <a:ext cx="10332720" cy="1316736"/>
            <a:chOff x="0" y="0"/>
            <a:chExt cx="13776960" cy="175564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776961" cy="1755648"/>
            </a:xfrm>
            <a:custGeom>
              <a:avLst/>
              <a:gdLst/>
              <a:ahLst/>
              <a:cxnLst/>
              <a:rect r="r" b="b" t="t" l="l"/>
              <a:pathLst>
                <a:path h="1755648" w="13776961">
                  <a:moveTo>
                    <a:pt x="0" y="0"/>
                  </a:moveTo>
                  <a:lnTo>
                    <a:pt x="13776961" y="0"/>
                  </a:lnTo>
                  <a:lnTo>
                    <a:pt x="13776961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2903" r="0" b="-10290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71450"/>
              <a:ext cx="13776960" cy="192709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560"/>
                </a:lnSpc>
              </a:pPr>
              <a:r>
                <a:rPr lang="en-US" sz="8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SportConnect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05840" y="3438144"/>
            <a:ext cx="10332720" cy="914400"/>
            <a:chOff x="0" y="0"/>
            <a:chExt cx="13776960" cy="1219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776961" cy="1219200"/>
            </a:xfrm>
            <a:custGeom>
              <a:avLst/>
              <a:gdLst/>
              <a:ahLst/>
              <a:cxnLst/>
              <a:rect r="r" b="b" t="t" l="l"/>
              <a:pathLst>
                <a:path h="1219200" w="13776961">
                  <a:moveTo>
                    <a:pt x="0" y="0"/>
                  </a:moveTo>
                  <a:lnTo>
                    <a:pt x="13776961" y="0"/>
                  </a:lnTo>
                  <a:lnTo>
                    <a:pt x="13776961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0180" r="0" b="-17018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85725"/>
              <a:ext cx="13776960" cy="1304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>
                  <a:solidFill>
                    <a:srgbClr val="1ABC9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Visual Project Summary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05840" y="4754880"/>
            <a:ext cx="10241280" cy="2011680"/>
            <a:chOff x="0" y="0"/>
            <a:chExt cx="13655040" cy="26822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3655039" cy="2682240"/>
            </a:xfrm>
            <a:custGeom>
              <a:avLst/>
              <a:gdLst/>
              <a:ahLst/>
              <a:cxnLst/>
              <a:rect r="r" b="b" t="t" l="l"/>
              <a:pathLst>
                <a:path h="2682240" w="13655039">
                  <a:moveTo>
                    <a:pt x="0" y="0"/>
                  </a:moveTo>
                  <a:lnTo>
                    <a:pt x="13655039" y="0"/>
                  </a:lnTo>
                  <a:lnTo>
                    <a:pt x="13655039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196" r="0" b="-4919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61925"/>
              <a:ext cx="13655040" cy="2844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212"/>
                </a:lnSpc>
              </a:pPr>
              <a:r>
                <a:rPr lang="en-US" sz="2600">
                  <a:solidFill>
                    <a:srgbClr val="BFC9C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complete overview of the areas developed</a:t>
              </a:r>
            </a:p>
            <a:p>
              <a:pPr algn="l">
                <a:lnSpc>
                  <a:spcPts val="4212"/>
                </a:lnSpc>
              </a:pPr>
              <a:r>
                <a:rPr lang="en-US" sz="2600">
                  <a:solidFill>
                    <a:srgbClr val="BFC9C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throughout the SportConnect project,</a:t>
              </a:r>
            </a:p>
            <a:p>
              <a:pPr algn="l">
                <a:lnSpc>
                  <a:spcPts val="4212"/>
                </a:lnSpc>
              </a:pPr>
              <a:r>
                <a:rPr lang="en-US" sz="2600">
                  <a:solidFill>
                    <a:srgbClr val="BFC9C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presented in English.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2984480" y="2468880"/>
            <a:ext cx="4572000" cy="694944"/>
            <a:chOff x="0" y="0"/>
            <a:chExt cx="6096000" cy="92659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096000" cy="926592"/>
            </a:xfrm>
            <a:custGeom>
              <a:avLst/>
              <a:gdLst/>
              <a:ahLst/>
              <a:cxnLst/>
              <a:rect r="r" b="b" t="t" l="l"/>
              <a:pathLst>
                <a:path h="92659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191" r="0" b="-78191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609600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JavaFX Desktop App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984480" y="3200400"/>
            <a:ext cx="4572000" cy="548640"/>
            <a:chOff x="0" y="0"/>
            <a:chExt cx="6096000" cy="731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096000" cy="731520"/>
            </a:xfrm>
            <a:custGeom>
              <a:avLst/>
              <a:gdLst/>
              <a:ahLst/>
              <a:cxnLst/>
              <a:rect r="r" b="b" t="t" l="l"/>
              <a:pathLst>
                <a:path h="731520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60960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BFC9C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MySQL · MVC · JavaFX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335000" y="4008120"/>
            <a:ext cx="3870960" cy="30480"/>
            <a:chOff x="0" y="0"/>
            <a:chExt cx="5161280" cy="406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20320" y="0"/>
              <a:ext cx="5120640" cy="40640"/>
            </a:xfrm>
            <a:custGeom>
              <a:avLst/>
              <a:gdLst/>
              <a:ahLst/>
              <a:cxnLst/>
              <a:rect r="r" b="b" t="t" l="l"/>
              <a:pathLst>
                <a:path h="4064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40640"/>
                  </a:lnTo>
                  <a:lnTo>
                    <a:pt x="0" y="40640"/>
                  </a:lnTo>
                  <a:close/>
                </a:path>
              </a:pathLst>
            </a:custGeom>
            <a:solidFill>
              <a:srgbClr val="1ABC9C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2984480" y="4352544"/>
            <a:ext cx="4754880" cy="676656"/>
            <a:chOff x="0" y="0"/>
            <a:chExt cx="6339840" cy="90220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339840" cy="902208"/>
            </a:xfrm>
            <a:custGeom>
              <a:avLst/>
              <a:gdLst/>
              <a:ahLst/>
              <a:cxnLst/>
              <a:rect r="r" b="b" t="t" l="l"/>
              <a:pathLst>
                <a:path h="902208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921" r="0" b="-86921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6339840" cy="940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EAF4F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Sports class management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2984480" y="5084064"/>
            <a:ext cx="4754880" cy="676656"/>
            <a:chOff x="0" y="0"/>
            <a:chExt cx="6339840" cy="90220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339840" cy="902208"/>
            </a:xfrm>
            <a:custGeom>
              <a:avLst/>
              <a:gdLst/>
              <a:ahLst/>
              <a:cxnLst/>
              <a:rect r="r" b="b" t="t" l="l"/>
              <a:pathLst>
                <a:path h="902208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921" r="0" b="-86921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6339840" cy="940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EAF4F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Role system (Admin / Teacher / Student)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2984480" y="5815584"/>
            <a:ext cx="4754880" cy="676656"/>
            <a:chOff x="0" y="0"/>
            <a:chExt cx="6339840" cy="902208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339840" cy="902208"/>
            </a:xfrm>
            <a:custGeom>
              <a:avLst/>
              <a:gdLst/>
              <a:ahLst/>
              <a:cxnLst/>
              <a:rect r="r" b="b" t="t" l="l"/>
              <a:pathLst>
                <a:path h="902208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921" r="0" b="-86921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6339840" cy="940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EAF4F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Marketplace &amp; shopping cart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984480" y="6547104"/>
            <a:ext cx="4754880" cy="676656"/>
            <a:chOff x="0" y="0"/>
            <a:chExt cx="6339840" cy="90220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339840" cy="902208"/>
            </a:xfrm>
            <a:custGeom>
              <a:avLst/>
              <a:gdLst/>
              <a:ahLst/>
              <a:cxnLst/>
              <a:rect r="r" b="b" t="t" l="l"/>
              <a:pathLst>
                <a:path h="902208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921" r="0" b="-86921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6339840" cy="940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EAF4F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Real-time chat per class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2984480" y="7278624"/>
            <a:ext cx="4754880" cy="676656"/>
            <a:chOff x="0" y="0"/>
            <a:chExt cx="6339840" cy="90220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339840" cy="902208"/>
            </a:xfrm>
            <a:custGeom>
              <a:avLst/>
              <a:gdLst/>
              <a:ahLst/>
              <a:cxnLst/>
              <a:rect r="r" b="b" t="t" l="l"/>
              <a:pathLst>
                <a:path h="902208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902208"/>
                  </a:lnTo>
                  <a:lnTo>
                    <a:pt x="0" y="9022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921" r="0" b="-86921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6339840" cy="9403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EAF4F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MySQL + local fallback mode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-12697" y="9588503"/>
            <a:ext cx="11546843" cy="711203"/>
            <a:chOff x="0" y="0"/>
            <a:chExt cx="15395791" cy="94827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16891" y="16891"/>
              <a:ext cx="15361919" cy="914400"/>
            </a:xfrm>
            <a:custGeom>
              <a:avLst/>
              <a:gdLst/>
              <a:ahLst/>
              <a:cxnLst/>
              <a:rect r="r" b="b" t="t" l="l"/>
              <a:pathLst>
                <a:path h="914400" w="15361919">
                  <a:moveTo>
                    <a:pt x="0" y="0"/>
                  </a:moveTo>
                  <a:lnTo>
                    <a:pt x="15361919" y="0"/>
                  </a:lnTo>
                  <a:lnTo>
                    <a:pt x="15361919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148F77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5395702" cy="948184"/>
            </a:xfrm>
            <a:custGeom>
              <a:avLst/>
              <a:gdLst/>
              <a:ahLst/>
              <a:cxnLst/>
              <a:rect r="r" b="b" t="t" l="l"/>
              <a:pathLst>
                <a:path h="948184" w="15395702">
                  <a:moveTo>
                    <a:pt x="16891" y="0"/>
                  </a:moveTo>
                  <a:lnTo>
                    <a:pt x="15378810" y="0"/>
                  </a:lnTo>
                  <a:cubicBezTo>
                    <a:pt x="15388208" y="0"/>
                    <a:pt x="15395702" y="7620"/>
                    <a:pt x="15395702" y="16891"/>
                  </a:cubicBezTo>
                  <a:lnTo>
                    <a:pt x="15395702" y="931291"/>
                  </a:lnTo>
                  <a:cubicBezTo>
                    <a:pt x="15395702" y="940689"/>
                    <a:pt x="15388082" y="948182"/>
                    <a:pt x="15378810" y="948182"/>
                  </a:cubicBezTo>
                  <a:lnTo>
                    <a:pt x="16891" y="948182"/>
                  </a:lnTo>
                  <a:cubicBezTo>
                    <a:pt x="7620" y="948309"/>
                    <a:pt x="0" y="940689"/>
                    <a:pt x="0" y="931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31291"/>
                  </a:lnTo>
                  <a:lnTo>
                    <a:pt x="16891" y="931291"/>
                  </a:lnTo>
                  <a:lnTo>
                    <a:pt x="16891" y="914400"/>
                  </a:lnTo>
                  <a:lnTo>
                    <a:pt x="15378810" y="914400"/>
                  </a:lnTo>
                  <a:lnTo>
                    <a:pt x="15378810" y="931291"/>
                  </a:lnTo>
                  <a:lnTo>
                    <a:pt x="15361920" y="931291"/>
                  </a:lnTo>
                  <a:lnTo>
                    <a:pt x="15361920" y="16891"/>
                  </a:lnTo>
                  <a:lnTo>
                    <a:pt x="15378810" y="16891"/>
                  </a:lnTo>
                  <a:lnTo>
                    <a:pt x="1537881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48F77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365760" y="9601200"/>
            <a:ext cx="11155680" cy="685800"/>
            <a:chOff x="0" y="0"/>
            <a:chExt cx="14874240" cy="9144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4874239" cy="914400"/>
            </a:xfrm>
            <a:custGeom>
              <a:avLst/>
              <a:gdLst/>
              <a:ahLst/>
              <a:cxnLst/>
              <a:rect r="r" b="b" t="t" l="l"/>
              <a:pathLst>
                <a:path h="914400" w="14874239">
                  <a:moveTo>
                    <a:pt x="0" y="0"/>
                  </a:moveTo>
                  <a:lnTo>
                    <a:pt x="14874239" y="0"/>
                  </a:lnTo>
                  <a:lnTo>
                    <a:pt x="14874239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6956" r="0" b="-266956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1487424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SportConnect  ·  Technical English Project  ·  2025–2026</a:t>
              </a:r>
            </a:p>
          </p:txBody>
        </p:sp>
      </p:grpSp>
      <p:sp>
        <p:nvSpPr>
          <p:cNvPr name="TextBox 61" id="61"/>
          <p:cNvSpPr txBox="true"/>
          <p:nvPr/>
        </p:nvSpPr>
        <p:spPr>
          <a:xfrm rot="0">
            <a:off x="5263991" y="9906000"/>
            <a:ext cx="6074569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Carlos Vidal MArín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5955625" y="9620255"/>
            <a:ext cx="1277422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Carlos Larrea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9410089" y="9620255"/>
            <a:ext cx="1680091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Carlos Fernandez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6609083" cy="10312403"/>
            <a:chOff x="0" y="0"/>
            <a:chExt cx="881211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8778240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812022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8812022">
                  <a:moveTo>
                    <a:pt x="16891" y="0"/>
                  </a:moveTo>
                  <a:lnTo>
                    <a:pt x="8795131" y="0"/>
                  </a:lnTo>
                  <a:cubicBezTo>
                    <a:pt x="8804529" y="0"/>
                    <a:pt x="8812022" y="7620"/>
                    <a:pt x="8812022" y="16891"/>
                  </a:cubicBezTo>
                  <a:lnTo>
                    <a:pt x="8812022" y="13732890"/>
                  </a:lnTo>
                  <a:cubicBezTo>
                    <a:pt x="8812022" y="13742290"/>
                    <a:pt x="8804402" y="13749782"/>
                    <a:pt x="8795131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8795131" y="13716000"/>
                  </a:lnTo>
                  <a:lnTo>
                    <a:pt x="8795131" y="13732890"/>
                  </a:lnTo>
                  <a:lnTo>
                    <a:pt x="8778240" y="13732890"/>
                  </a:lnTo>
                  <a:lnTo>
                    <a:pt x="8778240" y="16891"/>
                  </a:lnTo>
                  <a:lnTo>
                    <a:pt x="8795131" y="16891"/>
                  </a:lnTo>
                  <a:lnTo>
                    <a:pt x="87951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6570983" y="-12697"/>
            <a:ext cx="574043" cy="10312403"/>
            <a:chOff x="0" y="0"/>
            <a:chExt cx="765391" cy="13749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731520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1ABC9C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5302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765302">
                  <a:moveTo>
                    <a:pt x="16891" y="0"/>
                  </a:moveTo>
                  <a:lnTo>
                    <a:pt x="748411" y="0"/>
                  </a:lnTo>
                  <a:cubicBezTo>
                    <a:pt x="757809" y="0"/>
                    <a:pt x="765302" y="7620"/>
                    <a:pt x="765302" y="16891"/>
                  </a:cubicBezTo>
                  <a:lnTo>
                    <a:pt x="765302" y="13732890"/>
                  </a:lnTo>
                  <a:cubicBezTo>
                    <a:pt x="765302" y="13742290"/>
                    <a:pt x="757682" y="13749782"/>
                    <a:pt x="748411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748411" y="13716000"/>
                  </a:lnTo>
                  <a:lnTo>
                    <a:pt x="748411" y="13732890"/>
                  </a:lnTo>
                  <a:lnTo>
                    <a:pt x="731520" y="13732890"/>
                  </a:lnTo>
                  <a:lnTo>
                    <a:pt x="731520" y="16891"/>
                  </a:lnTo>
                  <a:lnTo>
                    <a:pt x="748411" y="16891"/>
                  </a:lnTo>
                  <a:lnTo>
                    <a:pt x="748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BC9C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48640" y="1828800"/>
            <a:ext cx="5669280" cy="2194560"/>
            <a:chOff x="0" y="0"/>
            <a:chExt cx="7559040" cy="29260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559040" cy="2926080"/>
            </a:xfrm>
            <a:custGeom>
              <a:avLst/>
              <a:gdLst/>
              <a:ahLst/>
              <a:cxnLst/>
              <a:rect r="r" b="b" t="t" l="l"/>
              <a:pathLst>
                <a:path h="292608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6" r="0" b="-33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19075"/>
              <a:ext cx="7559040" cy="31451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488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IS</a:t>
              </a:r>
            </a:p>
            <a:p>
              <a:pPr algn="l">
                <a:lnSpc>
                  <a:spcPts val="7488"/>
                </a:lnSpc>
              </a:pPr>
              <a:r>
                <a:rPr lang="en-US" sz="5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SPORTCONNECT?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48640" y="4297680"/>
            <a:ext cx="5577840" cy="2560320"/>
            <a:chOff x="0" y="0"/>
            <a:chExt cx="7437120" cy="34137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437120" cy="3413760"/>
            </a:xfrm>
            <a:custGeom>
              <a:avLst/>
              <a:gdLst/>
              <a:ahLst/>
              <a:cxnLst/>
              <a:rect r="r" b="b" t="t" l="l"/>
              <a:pathLst>
                <a:path h="341376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893" t="0" r="-8893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52400"/>
              <a:ext cx="7437120" cy="35661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64"/>
                </a:lnSpc>
              </a:pPr>
              <a:r>
                <a:rPr lang="en-US" sz="2300">
                  <a:solidFill>
                    <a:srgbClr val="BFC9C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desktop application built with JavaFX that connects athletes, coaches and administrators on a single sports platform.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99367" y="7393943"/>
            <a:ext cx="1817627" cy="1817627"/>
            <a:chOff x="0" y="0"/>
            <a:chExt cx="2423503" cy="242350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2389632" cy="2389632"/>
            </a:xfrm>
            <a:custGeom>
              <a:avLst/>
              <a:gdLst/>
              <a:ahLst/>
              <a:cxnLst/>
              <a:rect r="r" b="b" t="t" l="l"/>
              <a:pathLst>
                <a:path h="2389632" w="2389632">
                  <a:moveTo>
                    <a:pt x="0" y="0"/>
                  </a:moveTo>
                  <a:lnTo>
                    <a:pt x="2389632" y="0"/>
                  </a:lnTo>
                  <a:lnTo>
                    <a:pt x="2389632" y="2389632"/>
                  </a:lnTo>
                  <a:lnTo>
                    <a:pt x="0" y="2389632"/>
                  </a:lnTo>
                  <a:close/>
                </a:path>
              </a:pathLst>
            </a:custGeom>
            <a:solidFill>
              <a:srgbClr val="148F77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23414" cy="2423414"/>
            </a:xfrm>
            <a:custGeom>
              <a:avLst/>
              <a:gdLst/>
              <a:ahLst/>
              <a:cxnLst/>
              <a:rect r="r" b="b" t="t" l="l"/>
              <a:pathLst>
                <a:path h="2423414" w="2423414">
                  <a:moveTo>
                    <a:pt x="16891" y="0"/>
                  </a:moveTo>
                  <a:lnTo>
                    <a:pt x="2406523" y="0"/>
                  </a:lnTo>
                  <a:cubicBezTo>
                    <a:pt x="2415921" y="0"/>
                    <a:pt x="2423414" y="7620"/>
                    <a:pt x="2423414" y="16891"/>
                  </a:cubicBezTo>
                  <a:lnTo>
                    <a:pt x="2423414" y="2406523"/>
                  </a:lnTo>
                  <a:cubicBezTo>
                    <a:pt x="2423414" y="2415921"/>
                    <a:pt x="2415794" y="2423414"/>
                    <a:pt x="2406523" y="2423414"/>
                  </a:cubicBezTo>
                  <a:lnTo>
                    <a:pt x="16891" y="2423414"/>
                  </a:lnTo>
                  <a:cubicBezTo>
                    <a:pt x="7493" y="2423414"/>
                    <a:pt x="0" y="2415794"/>
                    <a:pt x="0" y="24065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06523"/>
                  </a:lnTo>
                  <a:lnTo>
                    <a:pt x="16891" y="2406523"/>
                  </a:lnTo>
                  <a:lnTo>
                    <a:pt x="16891" y="2389632"/>
                  </a:lnTo>
                  <a:lnTo>
                    <a:pt x="2406523" y="2389632"/>
                  </a:lnTo>
                  <a:lnTo>
                    <a:pt x="2406523" y="2406523"/>
                  </a:lnTo>
                  <a:lnTo>
                    <a:pt x="2389632" y="2406523"/>
                  </a:lnTo>
                  <a:lnTo>
                    <a:pt x="2389632" y="16891"/>
                  </a:lnTo>
                  <a:lnTo>
                    <a:pt x="2406523" y="16891"/>
                  </a:lnTo>
                  <a:lnTo>
                    <a:pt x="240652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48F77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512064" y="7443216"/>
            <a:ext cx="1792224" cy="914400"/>
            <a:chOff x="0" y="0"/>
            <a:chExt cx="2389632" cy="1219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389632" cy="1219200"/>
            </a:xfrm>
            <a:custGeom>
              <a:avLst/>
              <a:gdLst/>
              <a:ahLst/>
              <a:cxnLst/>
              <a:rect r="r" b="b" t="t" l="l"/>
              <a:pathLst>
                <a:path h="1219200" w="2389632">
                  <a:moveTo>
                    <a:pt x="0" y="0"/>
                  </a:moveTo>
                  <a:lnTo>
                    <a:pt x="2389632" y="0"/>
                  </a:lnTo>
                  <a:lnTo>
                    <a:pt x="2389632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461" t="0" r="-15461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2389632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12064" y="8375904"/>
            <a:ext cx="1792224" cy="640080"/>
            <a:chOff x="0" y="0"/>
            <a:chExt cx="2389632" cy="8534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389632" cy="853440"/>
            </a:xfrm>
            <a:custGeom>
              <a:avLst/>
              <a:gdLst/>
              <a:ahLst/>
              <a:cxnLst/>
              <a:rect r="r" b="b" t="t" l="l"/>
              <a:pathLst>
                <a:path h="853440" w="2389632">
                  <a:moveTo>
                    <a:pt x="0" y="0"/>
                  </a:moveTo>
                  <a:lnTo>
                    <a:pt x="2389632" y="0"/>
                  </a:lnTo>
                  <a:lnTo>
                    <a:pt x="2389632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58" r="0" b="-455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2389632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EAF4F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User Roles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529335" y="7393943"/>
            <a:ext cx="1817627" cy="1817627"/>
            <a:chOff x="0" y="0"/>
            <a:chExt cx="2423503" cy="242350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2389632" cy="2389632"/>
            </a:xfrm>
            <a:custGeom>
              <a:avLst/>
              <a:gdLst/>
              <a:ahLst/>
              <a:cxnLst/>
              <a:rect r="r" b="b" t="t" l="l"/>
              <a:pathLst>
                <a:path h="2389632" w="2389632">
                  <a:moveTo>
                    <a:pt x="0" y="0"/>
                  </a:moveTo>
                  <a:lnTo>
                    <a:pt x="2389632" y="0"/>
                  </a:lnTo>
                  <a:lnTo>
                    <a:pt x="2389632" y="2389632"/>
                  </a:lnTo>
                  <a:lnTo>
                    <a:pt x="0" y="2389632"/>
                  </a:lnTo>
                  <a:close/>
                </a:path>
              </a:pathLst>
            </a:custGeom>
            <a:solidFill>
              <a:srgbClr val="148F77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423414" cy="2423414"/>
            </a:xfrm>
            <a:custGeom>
              <a:avLst/>
              <a:gdLst/>
              <a:ahLst/>
              <a:cxnLst/>
              <a:rect r="r" b="b" t="t" l="l"/>
              <a:pathLst>
                <a:path h="2423414" w="2423414">
                  <a:moveTo>
                    <a:pt x="16891" y="0"/>
                  </a:moveTo>
                  <a:lnTo>
                    <a:pt x="2406523" y="0"/>
                  </a:lnTo>
                  <a:cubicBezTo>
                    <a:pt x="2415921" y="0"/>
                    <a:pt x="2423414" y="7620"/>
                    <a:pt x="2423414" y="16891"/>
                  </a:cubicBezTo>
                  <a:lnTo>
                    <a:pt x="2423414" y="2406523"/>
                  </a:lnTo>
                  <a:cubicBezTo>
                    <a:pt x="2423414" y="2415921"/>
                    <a:pt x="2415794" y="2423414"/>
                    <a:pt x="2406523" y="2423414"/>
                  </a:cubicBezTo>
                  <a:lnTo>
                    <a:pt x="16891" y="2423414"/>
                  </a:lnTo>
                  <a:cubicBezTo>
                    <a:pt x="7493" y="2423414"/>
                    <a:pt x="0" y="2415794"/>
                    <a:pt x="0" y="24065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06523"/>
                  </a:lnTo>
                  <a:lnTo>
                    <a:pt x="16891" y="2406523"/>
                  </a:lnTo>
                  <a:lnTo>
                    <a:pt x="16891" y="2389632"/>
                  </a:lnTo>
                  <a:lnTo>
                    <a:pt x="2406523" y="2389632"/>
                  </a:lnTo>
                  <a:lnTo>
                    <a:pt x="2406523" y="2406523"/>
                  </a:lnTo>
                  <a:lnTo>
                    <a:pt x="2389632" y="2406523"/>
                  </a:lnTo>
                  <a:lnTo>
                    <a:pt x="2389632" y="16891"/>
                  </a:lnTo>
                  <a:lnTo>
                    <a:pt x="2406523" y="16891"/>
                  </a:lnTo>
                  <a:lnTo>
                    <a:pt x="240652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48F77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2542032" y="7443216"/>
            <a:ext cx="1792224" cy="914400"/>
            <a:chOff x="0" y="0"/>
            <a:chExt cx="2389632" cy="1219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389632" cy="1219200"/>
            </a:xfrm>
            <a:custGeom>
              <a:avLst/>
              <a:gdLst/>
              <a:ahLst/>
              <a:cxnLst/>
              <a:rect r="r" b="b" t="t" l="l"/>
              <a:pathLst>
                <a:path h="1219200" w="2389632">
                  <a:moveTo>
                    <a:pt x="0" y="0"/>
                  </a:moveTo>
                  <a:lnTo>
                    <a:pt x="2389632" y="0"/>
                  </a:lnTo>
                  <a:lnTo>
                    <a:pt x="2389632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461" t="0" r="-15461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66675"/>
              <a:ext cx="2389632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10+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542032" y="8375904"/>
            <a:ext cx="1792224" cy="640080"/>
            <a:chOff x="0" y="0"/>
            <a:chExt cx="2389632" cy="8534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389632" cy="853440"/>
            </a:xfrm>
            <a:custGeom>
              <a:avLst/>
              <a:gdLst/>
              <a:ahLst/>
              <a:cxnLst/>
              <a:rect r="r" b="b" t="t" l="l"/>
              <a:pathLst>
                <a:path h="853440" w="2389632">
                  <a:moveTo>
                    <a:pt x="0" y="0"/>
                  </a:moveTo>
                  <a:lnTo>
                    <a:pt x="2389632" y="0"/>
                  </a:lnTo>
                  <a:lnTo>
                    <a:pt x="2389632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58" r="0" b="-455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2389632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EAF4F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Controllers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4559303" y="7393943"/>
            <a:ext cx="1817627" cy="1817627"/>
            <a:chOff x="0" y="0"/>
            <a:chExt cx="2423503" cy="242350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2389632" cy="2389632"/>
            </a:xfrm>
            <a:custGeom>
              <a:avLst/>
              <a:gdLst/>
              <a:ahLst/>
              <a:cxnLst/>
              <a:rect r="r" b="b" t="t" l="l"/>
              <a:pathLst>
                <a:path h="2389632" w="2389632">
                  <a:moveTo>
                    <a:pt x="0" y="0"/>
                  </a:moveTo>
                  <a:lnTo>
                    <a:pt x="2389632" y="0"/>
                  </a:lnTo>
                  <a:lnTo>
                    <a:pt x="2389632" y="2389632"/>
                  </a:lnTo>
                  <a:lnTo>
                    <a:pt x="0" y="2389632"/>
                  </a:lnTo>
                  <a:close/>
                </a:path>
              </a:pathLst>
            </a:custGeom>
            <a:solidFill>
              <a:srgbClr val="148F77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423414" cy="2423414"/>
            </a:xfrm>
            <a:custGeom>
              <a:avLst/>
              <a:gdLst/>
              <a:ahLst/>
              <a:cxnLst/>
              <a:rect r="r" b="b" t="t" l="l"/>
              <a:pathLst>
                <a:path h="2423414" w="2423414">
                  <a:moveTo>
                    <a:pt x="16891" y="0"/>
                  </a:moveTo>
                  <a:lnTo>
                    <a:pt x="2406523" y="0"/>
                  </a:lnTo>
                  <a:cubicBezTo>
                    <a:pt x="2415921" y="0"/>
                    <a:pt x="2423414" y="7620"/>
                    <a:pt x="2423414" y="16891"/>
                  </a:cubicBezTo>
                  <a:lnTo>
                    <a:pt x="2423414" y="2406523"/>
                  </a:lnTo>
                  <a:cubicBezTo>
                    <a:pt x="2423414" y="2415921"/>
                    <a:pt x="2415794" y="2423414"/>
                    <a:pt x="2406523" y="2423414"/>
                  </a:cubicBezTo>
                  <a:lnTo>
                    <a:pt x="16891" y="2423414"/>
                  </a:lnTo>
                  <a:cubicBezTo>
                    <a:pt x="7493" y="2423414"/>
                    <a:pt x="0" y="2415794"/>
                    <a:pt x="0" y="240652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06523"/>
                  </a:lnTo>
                  <a:lnTo>
                    <a:pt x="16891" y="2406523"/>
                  </a:lnTo>
                  <a:lnTo>
                    <a:pt x="16891" y="2389632"/>
                  </a:lnTo>
                  <a:lnTo>
                    <a:pt x="2406523" y="2389632"/>
                  </a:lnTo>
                  <a:lnTo>
                    <a:pt x="2406523" y="2406523"/>
                  </a:lnTo>
                  <a:lnTo>
                    <a:pt x="2389632" y="2406523"/>
                  </a:lnTo>
                  <a:lnTo>
                    <a:pt x="2389632" y="16891"/>
                  </a:lnTo>
                  <a:lnTo>
                    <a:pt x="2406523" y="16891"/>
                  </a:lnTo>
                  <a:lnTo>
                    <a:pt x="240652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48F77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4572000" y="7443216"/>
            <a:ext cx="1792224" cy="914400"/>
            <a:chOff x="0" y="0"/>
            <a:chExt cx="2389632" cy="12192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389632" cy="1219200"/>
            </a:xfrm>
            <a:custGeom>
              <a:avLst/>
              <a:gdLst/>
              <a:ahLst/>
              <a:cxnLst/>
              <a:rect r="r" b="b" t="t" l="l"/>
              <a:pathLst>
                <a:path h="1219200" w="2389632">
                  <a:moveTo>
                    <a:pt x="0" y="0"/>
                  </a:moveTo>
                  <a:lnTo>
                    <a:pt x="2389632" y="0"/>
                  </a:lnTo>
                  <a:lnTo>
                    <a:pt x="2389632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461" t="0" r="-15461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66675"/>
              <a:ext cx="2389632" cy="12858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8+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4572000" y="8375904"/>
            <a:ext cx="1792224" cy="640080"/>
            <a:chOff x="0" y="0"/>
            <a:chExt cx="2389632" cy="8534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389632" cy="853440"/>
            </a:xfrm>
            <a:custGeom>
              <a:avLst/>
              <a:gdLst/>
              <a:ahLst/>
              <a:cxnLst/>
              <a:rect r="r" b="b" t="t" l="l"/>
              <a:pathLst>
                <a:path h="853440" w="2389632">
                  <a:moveTo>
                    <a:pt x="0" y="0"/>
                  </a:moveTo>
                  <a:lnTo>
                    <a:pt x="2389632" y="0"/>
                  </a:lnTo>
                  <a:lnTo>
                    <a:pt x="2389632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58" r="0" b="-4558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2389632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EAF4F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Models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583167" y="633727"/>
            <a:ext cx="4859017" cy="4036057"/>
            <a:chOff x="0" y="0"/>
            <a:chExt cx="6478689" cy="538140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8509" y="8509"/>
              <a:ext cx="6461760" cy="5364480"/>
            </a:xfrm>
            <a:custGeom>
              <a:avLst/>
              <a:gdLst/>
              <a:ahLst/>
              <a:cxnLst/>
              <a:rect r="r" b="b" t="t" l="l"/>
              <a:pathLst>
                <a:path h="536448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5364480"/>
                  </a:lnTo>
                  <a:lnTo>
                    <a:pt x="0" y="53644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478778" cy="5381498"/>
            </a:xfrm>
            <a:custGeom>
              <a:avLst/>
              <a:gdLst/>
              <a:ahLst/>
              <a:cxnLst/>
              <a:rect r="r" b="b" t="t" l="l"/>
              <a:pathLst>
                <a:path h="5381498" w="6478778">
                  <a:moveTo>
                    <a:pt x="8509" y="0"/>
                  </a:moveTo>
                  <a:lnTo>
                    <a:pt x="6470269" y="0"/>
                  </a:lnTo>
                  <a:cubicBezTo>
                    <a:pt x="6474968" y="0"/>
                    <a:pt x="6478778" y="3810"/>
                    <a:pt x="6478778" y="8509"/>
                  </a:cubicBezTo>
                  <a:lnTo>
                    <a:pt x="6478778" y="5372989"/>
                  </a:lnTo>
                  <a:cubicBezTo>
                    <a:pt x="6478778" y="5377688"/>
                    <a:pt x="6474968" y="5381498"/>
                    <a:pt x="6470269" y="5381498"/>
                  </a:cubicBezTo>
                  <a:lnTo>
                    <a:pt x="8509" y="5381498"/>
                  </a:lnTo>
                  <a:cubicBezTo>
                    <a:pt x="3810" y="5381498"/>
                    <a:pt x="0" y="5377688"/>
                    <a:pt x="0" y="537298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5372989"/>
                  </a:lnTo>
                  <a:lnTo>
                    <a:pt x="8509" y="5372989"/>
                  </a:lnTo>
                  <a:lnTo>
                    <a:pt x="8509" y="5364480"/>
                  </a:lnTo>
                  <a:lnTo>
                    <a:pt x="6470269" y="5364480"/>
                  </a:lnTo>
                  <a:lnTo>
                    <a:pt x="6470269" y="5372989"/>
                  </a:lnTo>
                  <a:lnTo>
                    <a:pt x="6461760" y="5372989"/>
                  </a:lnTo>
                  <a:lnTo>
                    <a:pt x="6461760" y="8509"/>
                  </a:lnTo>
                  <a:lnTo>
                    <a:pt x="6470269" y="8509"/>
                  </a:lnTo>
                  <a:lnTo>
                    <a:pt x="64702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BFC9CA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7576823" y="627383"/>
            <a:ext cx="427739" cy="4048763"/>
            <a:chOff x="0" y="0"/>
            <a:chExt cx="570319" cy="539835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536448" cy="5364480"/>
            </a:xfrm>
            <a:custGeom>
              <a:avLst/>
              <a:gdLst/>
              <a:ahLst/>
              <a:cxnLst/>
              <a:rect r="r" b="b" t="t" l="l"/>
              <a:pathLst>
                <a:path h="5364480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0"/>
                  </a:lnTo>
                  <a:lnTo>
                    <a:pt x="0" y="5364480"/>
                  </a:lnTo>
                  <a:close/>
                </a:path>
              </a:pathLst>
            </a:custGeom>
            <a:solidFill>
              <a:srgbClr val="1ABC9C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70230" cy="5398262"/>
            </a:xfrm>
            <a:custGeom>
              <a:avLst/>
              <a:gdLst/>
              <a:ahLst/>
              <a:cxnLst/>
              <a:rect r="r" b="b" t="t" l="l"/>
              <a:pathLst>
                <a:path h="5398262" w="570230">
                  <a:moveTo>
                    <a:pt x="16891" y="0"/>
                  </a:moveTo>
                  <a:lnTo>
                    <a:pt x="553339" y="0"/>
                  </a:lnTo>
                  <a:cubicBezTo>
                    <a:pt x="562737" y="0"/>
                    <a:pt x="570230" y="7620"/>
                    <a:pt x="570230" y="16891"/>
                  </a:cubicBezTo>
                  <a:lnTo>
                    <a:pt x="570230" y="5381371"/>
                  </a:lnTo>
                  <a:cubicBezTo>
                    <a:pt x="570230" y="5390769"/>
                    <a:pt x="562610" y="5398262"/>
                    <a:pt x="553339" y="5398262"/>
                  </a:cubicBezTo>
                  <a:lnTo>
                    <a:pt x="16891" y="5398262"/>
                  </a:lnTo>
                  <a:cubicBezTo>
                    <a:pt x="7493" y="5398262"/>
                    <a:pt x="0" y="5390642"/>
                    <a:pt x="0" y="53813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381371"/>
                  </a:lnTo>
                  <a:lnTo>
                    <a:pt x="16891" y="5381371"/>
                  </a:lnTo>
                  <a:lnTo>
                    <a:pt x="16891" y="5364480"/>
                  </a:lnTo>
                  <a:lnTo>
                    <a:pt x="553339" y="5364480"/>
                  </a:lnTo>
                  <a:lnTo>
                    <a:pt x="553339" y="5381371"/>
                  </a:lnTo>
                  <a:lnTo>
                    <a:pt x="536448" y="5381371"/>
                  </a:lnTo>
                  <a:lnTo>
                    <a:pt x="536448" y="16891"/>
                  </a:lnTo>
                  <a:lnTo>
                    <a:pt x="553339" y="16891"/>
                  </a:lnTo>
                  <a:lnTo>
                    <a:pt x="5533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BC9C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8138160" y="914400"/>
            <a:ext cx="4114800" cy="694944"/>
            <a:chOff x="0" y="0"/>
            <a:chExt cx="5486400" cy="92659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486400" cy="926592"/>
            </a:xfrm>
            <a:custGeom>
              <a:avLst/>
              <a:gdLst/>
              <a:ahLst/>
              <a:cxnLst/>
              <a:rect r="r" b="b" t="t" l="l"/>
              <a:pathLst>
                <a:path h="926592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371" r="0" b="-65371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548640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Architecture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8138160" y="1645920"/>
            <a:ext cx="4169664" cy="2834640"/>
            <a:chOff x="0" y="0"/>
            <a:chExt cx="5559552" cy="37795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559552" cy="3779520"/>
            </a:xfrm>
            <a:custGeom>
              <a:avLst/>
              <a:gdLst/>
              <a:ahLst/>
              <a:cxnLst/>
              <a:rect r="r" b="b" t="t" l="l"/>
              <a:pathLst>
                <a:path h="3779520" w="5559552">
                  <a:moveTo>
                    <a:pt x="0" y="0"/>
                  </a:moveTo>
                  <a:lnTo>
                    <a:pt x="5559552" y="0"/>
                  </a:lnTo>
                  <a:lnTo>
                    <a:pt x="5559552" y="3779520"/>
                  </a:lnTo>
                  <a:lnTo>
                    <a:pt x="0" y="3779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7223" t="0" r="-37223" b="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04775"/>
              <a:ext cx="5559552" cy="3884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000">
                  <a:solidFill>
                    <a:srgbClr val="3D4E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MVC pattern with JavaFX FXML views, service layer and MySQL database. Local in-memory fallback when no DB is available.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2795247" y="633727"/>
            <a:ext cx="4859017" cy="4036057"/>
            <a:chOff x="0" y="0"/>
            <a:chExt cx="6478689" cy="5381409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8509" y="8509"/>
              <a:ext cx="6461760" cy="5364480"/>
            </a:xfrm>
            <a:custGeom>
              <a:avLst/>
              <a:gdLst/>
              <a:ahLst/>
              <a:cxnLst/>
              <a:rect r="r" b="b" t="t" l="l"/>
              <a:pathLst>
                <a:path h="536448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5364480"/>
                  </a:lnTo>
                  <a:lnTo>
                    <a:pt x="0" y="53644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478778" cy="5381498"/>
            </a:xfrm>
            <a:custGeom>
              <a:avLst/>
              <a:gdLst/>
              <a:ahLst/>
              <a:cxnLst/>
              <a:rect r="r" b="b" t="t" l="l"/>
              <a:pathLst>
                <a:path h="5381498" w="6478778">
                  <a:moveTo>
                    <a:pt x="8509" y="0"/>
                  </a:moveTo>
                  <a:lnTo>
                    <a:pt x="6470269" y="0"/>
                  </a:lnTo>
                  <a:cubicBezTo>
                    <a:pt x="6474968" y="0"/>
                    <a:pt x="6478778" y="3810"/>
                    <a:pt x="6478778" y="8509"/>
                  </a:cubicBezTo>
                  <a:lnTo>
                    <a:pt x="6478778" y="5372989"/>
                  </a:lnTo>
                  <a:cubicBezTo>
                    <a:pt x="6478778" y="5377688"/>
                    <a:pt x="6474968" y="5381498"/>
                    <a:pt x="6470269" y="5381498"/>
                  </a:cubicBezTo>
                  <a:lnTo>
                    <a:pt x="8509" y="5381498"/>
                  </a:lnTo>
                  <a:cubicBezTo>
                    <a:pt x="3810" y="5381498"/>
                    <a:pt x="0" y="5377688"/>
                    <a:pt x="0" y="537298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5372989"/>
                  </a:lnTo>
                  <a:lnTo>
                    <a:pt x="8509" y="5372989"/>
                  </a:lnTo>
                  <a:lnTo>
                    <a:pt x="8509" y="5364480"/>
                  </a:lnTo>
                  <a:lnTo>
                    <a:pt x="6470269" y="5364480"/>
                  </a:lnTo>
                  <a:lnTo>
                    <a:pt x="6470269" y="5372989"/>
                  </a:lnTo>
                  <a:lnTo>
                    <a:pt x="6461760" y="5372989"/>
                  </a:lnTo>
                  <a:lnTo>
                    <a:pt x="6461760" y="8509"/>
                  </a:lnTo>
                  <a:lnTo>
                    <a:pt x="6470269" y="8509"/>
                  </a:lnTo>
                  <a:lnTo>
                    <a:pt x="64702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BFC9CA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2788903" y="627383"/>
            <a:ext cx="427739" cy="4048763"/>
            <a:chOff x="0" y="0"/>
            <a:chExt cx="570319" cy="539835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536448" cy="5364480"/>
            </a:xfrm>
            <a:custGeom>
              <a:avLst/>
              <a:gdLst/>
              <a:ahLst/>
              <a:cxnLst/>
              <a:rect r="r" b="b" t="t" l="l"/>
              <a:pathLst>
                <a:path h="5364480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0"/>
                  </a:lnTo>
                  <a:lnTo>
                    <a:pt x="0" y="5364480"/>
                  </a:lnTo>
                  <a:close/>
                </a:path>
              </a:pathLst>
            </a:custGeom>
            <a:solidFill>
              <a:srgbClr val="1ABC9C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70230" cy="5398262"/>
            </a:xfrm>
            <a:custGeom>
              <a:avLst/>
              <a:gdLst/>
              <a:ahLst/>
              <a:cxnLst/>
              <a:rect r="r" b="b" t="t" l="l"/>
              <a:pathLst>
                <a:path h="5398262" w="570230">
                  <a:moveTo>
                    <a:pt x="16891" y="0"/>
                  </a:moveTo>
                  <a:lnTo>
                    <a:pt x="553339" y="0"/>
                  </a:lnTo>
                  <a:cubicBezTo>
                    <a:pt x="562737" y="0"/>
                    <a:pt x="570230" y="7620"/>
                    <a:pt x="570230" y="16891"/>
                  </a:cubicBezTo>
                  <a:lnTo>
                    <a:pt x="570230" y="5381371"/>
                  </a:lnTo>
                  <a:cubicBezTo>
                    <a:pt x="570230" y="5390769"/>
                    <a:pt x="562610" y="5398262"/>
                    <a:pt x="553339" y="5398262"/>
                  </a:cubicBezTo>
                  <a:lnTo>
                    <a:pt x="16891" y="5398262"/>
                  </a:lnTo>
                  <a:cubicBezTo>
                    <a:pt x="7493" y="5398262"/>
                    <a:pt x="0" y="5390642"/>
                    <a:pt x="0" y="53813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381371"/>
                  </a:lnTo>
                  <a:lnTo>
                    <a:pt x="16891" y="5381371"/>
                  </a:lnTo>
                  <a:lnTo>
                    <a:pt x="16891" y="5364480"/>
                  </a:lnTo>
                  <a:lnTo>
                    <a:pt x="553339" y="5364480"/>
                  </a:lnTo>
                  <a:lnTo>
                    <a:pt x="553339" y="5381371"/>
                  </a:lnTo>
                  <a:lnTo>
                    <a:pt x="536448" y="5381371"/>
                  </a:lnTo>
                  <a:lnTo>
                    <a:pt x="536448" y="16891"/>
                  </a:lnTo>
                  <a:lnTo>
                    <a:pt x="553339" y="16891"/>
                  </a:lnTo>
                  <a:lnTo>
                    <a:pt x="5533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BC9C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3350240" y="914400"/>
            <a:ext cx="4114800" cy="694944"/>
            <a:chOff x="0" y="0"/>
            <a:chExt cx="5486400" cy="92659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486400" cy="926592"/>
            </a:xfrm>
            <a:custGeom>
              <a:avLst/>
              <a:gdLst/>
              <a:ahLst/>
              <a:cxnLst/>
              <a:rect r="r" b="b" t="t" l="l"/>
              <a:pathLst>
                <a:path h="926592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371" r="0" b="-65371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57150"/>
              <a:ext cx="548640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User Roles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3350240" y="1645920"/>
            <a:ext cx="4169664" cy="2834640"/>
            <a:chOff x="0" y="0"/>
            <a:chExt cx="5559552" cy="37795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559552" cy="3779520"/>
            </a:xfrm>
            <a:custGeom>
              <a:avLst/>
              <a:gdLst/>
              <a:ahLst/>
              <a:cxnLst/>
              <a:rect r="r" b="b" t="t" l="l"/>
              <a:pathLst>
                <a:path h="3779520" w="5559552">
                  <a:moveTo>
                    <a:pt x="0" y="0"/>
                  </a:moveTo>
                  <a:lnTo>
                    <a:pt x="5559552" y="0"/>
                  </a:lnTo>
                  <a:lnTo>
                    <a:pt x="5559552" y="3779520"/>
                  </a:lnTo>
                  <a:lnTo>
                    <a:pt x="0" y="3779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7223" t="0" r="-37223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104775"/>
              <a:ext cx="5559552" cy="3884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000">
                  <a:solidFill>
                    <a:srgbClr val="3D4E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Three roles: Admin (full control), Teacher (manage classes) and Student (browse, enroll, shop).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7583167" y="5205727"/>
            <a:ext cx="4859017" cy="4036057"/>
            <a:chOff x="0" y="0"/>
            <a:chExt cx="6478689" cy="5381409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8509" y="8509"/>
              <a:ext cx="6461760" cy="5364480"/>
            </a:xfrm>
            <a:custGeom>
              <a:avLst/>
              <a:gdLst/>
              <a:ahLst/>
              <a:cxnLst/>
              <a:rect r="r" b="b" t="t" l="l"/>
              <a:pathLst>
                <a:path h="536448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5364480"/>
                  </a:lnTo>
                  <a:lnTo>
                    <a:pt x="0" y="53644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478778" cy="5381498"/>
            </a:xfrm>
            <a:custGeom>
              <a:avLst/>
              <a:gdLst/>
              <a:ahLst/>
              <a:cxnLst/>
              <a:rect r="r" b="b" t="t" l="l"/>
              <a:pathLst>
                <a:path h="5381498" w="6478778">
                  <a:moveTo>
                    <a:pt x="8509" y="0"/>
                  </a:moveTo>
                  <a:lnTo>
                    <a:pt x="6470269" y="0"/>
                  </a:lnTo>
                  <a:cubicBezTo>
                    <a:pt x="6474968" y="0"/>
                    <a:pt x="6478778" y="3810"/>
                    <a:pt x="6478778" y="8509"/>
                  </a:cubicBezTo>
                  <a:lnTo>
                    <a:pt x="6478778" y="5372989"/>
                  </a:lnTo>
                  <a:cubicBezTo>
                    <a:pt x="6478778" y="5377688"/>
                    <a:pt x="6474968" y="5381498"/>
                    <a:pt x="6470269" y="5381498"/>
                  </a:cubicBezTo>
                  <a:lnTo>
                    <a:pt x="8509" y="5381498"/>
                  </a:lnTo>
                  <a:cubicBezTo>
                    <a:pt x="3810" y="5381498"/>
                    <a:pt x="0" y="5377688"/>
                    <a:pt x="0" y="537298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5372989"/>
                  </a:lnTo>
                  <a:lnTo>
                    <a:pt x="8509" y="5372989"/>
                  </a:lnTo>
                  <a:lnTo>
                    <a:pt x="8509" y="5364480"/>
                  </a:lnTo>
                  <a:lnTo>
                    <a:pt x="6470269" y="5364480"/>
                  </a:lnTo>
                  <a:lnTo>
                    <a:pt x="6470269" y="5372989"/>
                  </a:lnTo>
                  <a:lnTo>
                    <a:pt x="6461760" y="5372989"/>
                  </a:lnTo>
                  <a:lnTo>
                    <a:pt x="6461760" y="8509"/>
                  </a:lnTo>
                  <a:lnTo>
                    <a:pt x="6470269" y="8509"/>
                  </a:lnTo>
                  <a:lnTo>
                    <a:pt x="64702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BFC9CA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7576823" y="5199383"/>
            <a:ext cx="427739" cy="4048763"/>
            <a:chOff x="0" y="0"/>
            <a:chExt cx="570319" cy="539835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536448" cy="5364480"/>
            </a:xfrm>
            <a:custGeom>
              <a:avLst/>
              <a:gdLst/>
              <a:ahLst/>
              <a:cxnLst/>
              <a:rect r="r" b="b" t="t" l="l"/>
              <a:pathLst>
                <a:path h="5364480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0"/>
                  </a:lnTo>
                  <a:lnTo>
                    <a:pt x="0" y="5364480"/>
                  </a:lnTo>
                  <a:close/>
                </a:path>
              </a:pathLst>
            </a:custGeom>
            <a:solidFill>
              <a:srgbClr val="1ABC9C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70230" cy="5398262"/>
            </a:xfrm>
            <a:custGeom>
              <a:avLst/>
              <a:gdLst/>
              <a:ahLst/>
              <a:cxnLst/>
              <a:rect r="r" b="b" t="t" l="l"/>
              <a:pathLst>
                <a:path h="5398262" w="570230">
                  <a:moveTo>
                    <a:pt x="16891" y="0"/>
                  </a:moveTo>
                  <a:lnTo>
                    <a:pt x="553339" y="0"/>
                  </a:lnTo>
                  <a:cubicBezTo>
                    <a:pt x="562737" y="0"/>
                    <a:pt x="570230" y="7620"/>
                    <a:pt x="570230" y="16891"/>
                  </a:cubicBezTo>
                  <a:lnTo>
                    <a:pt x="570230" y="5381371"/>
                  </a:lnTo>
                  <a:cubicBezTo>
                    <a:pt x="570230" y="5390769"/>
                    <a:pt x="562610" y="5398262"/>
                    <a:pt x="553339" y="5398262"/>
                  </a:cubicBezTo>
                  <a:lnTo>
                    <a:pt x="16891" y="5398262"/>
                  </a:lnTo>
                  <a:cubicBezTo>
                    <a:pt x="7493" y="5398262"/>
                    <a:pt x="0" y="5390642"/>
                    <a:pt x="0" y="53813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381371"/>
                  </a:lnTo>
                  <a:lnTo>
                    <a:pt x="16891" y="5381371"/>
                  </a:lnTo>
                  <a:lnTo>
                    <a:pt x="16891" y="5364480"/>
                  </a:lnTo>
                  <a:lnTo>
                    <a:pt x="553339" y="5364480"/>
                  </a:lnTo>
                  <a:lnTo>
                    <a:pt x="553339" y="5381371"/>
                  </a:lnTo>
                  <a:lnTo>
                    <a:pt x="536448" y="5381371"/>
                  </a:lnTo>
                  <a:lnTo>
                    <a:pt x="536448" y="16891"/>
                  </a:lnTo>
                  <a:lnTo>
                    <a:pt x="553339" y="16891"/>
                  </a:lnTo>
                  <a:lnTo>
                    <a:pt x="5533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BC9C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8138160" y="5486400"/>
            <a:ext cx="4114800" cy="694944"/>
            <a:chOff x="0" y="0"/>
            <a:chExt cx="5486400" cy="92659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486400" cy="926592"/>
            </a:xfrm>
            <a:custGeom>
              <a:avLst/>
              <a:gdLst/>
              <a:ahLst/>
              <a:cxnLst/>
              <a:rect r="r" b="b" t="t" l="l"/>
              <a:pathLst>
                <a:path h="926592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371" r="0" b="-65371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57150"/>
              <a:ext cx="548640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Layer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8138160" y="6217920"/>
            <a:ext cx="4169664" cy="2834640"/>
            <a:chOff x="0" y="0"/>
            <a:chExt cx="5559552" cy="377952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559552" cy="3779520"/>
            </a:xfrm>
            <a:custGeom>
              <a:avLst/>
              <a:gdLst/>
              <a:ahLst/>
              <a:cxnLst/>
              <a:rect r="r" b="b" t="t" l="l"/>
              <a:pathLst>
                <a:path h="3779520" w="5559552">
                  <a:moveTo>
                    <a:pt x="0" y="0"/>
                  </a:moveTo>
                  <a:lnTo>
                    <a:pt x="5559552" y="0"/>
                  </a:lnTo>
                  <a:lnTo>
                    <a:pt x="5559552" y="3779520"/>
                  </a:lnTo>
                  <a:lnTo>
                    <a:pt x="0" y="3779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7223" t="0" r="-37223" b="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104775"/>
              <a:ext cx="5559552" cy="3884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000">
                  <a:solidFill>
                    <a:srgbClr val="3D4E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DataStore provides unified data access. Detects MySQL connection and degrades gracefully to local mode.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2795247" y="5205727"/>
            <a:ext cx="4859017" cy="4036057"/>
            <a:chOff x="0" y="0"/>
            <a:chExt cx="6478689" cy="5381409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8509" y="8509"/>
              <a:ext cx="6461760" cy="5364480"/>
            </a:xfrm>
            <a:custGeom>
              <a:avLst/>
              <a:gdLst/>
              <a:ahLst/>
              <a:cxnLst/>
              <a:rect r="r" b="b" t="t" l="l"/>
              <a:pathLst>
                <a:path h="536448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5364480"/>
                  </a:lnTo>
                  <a:lnTo>
                    <a:pt x="0" y="53644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6478778" cy="5381498"/>
            </a:xfrm>
            <a:custGeom>
              <a:avLst/>
              <a:gdLst/>
              <a:ahLst/>
              <a:cxnLst/>
              <a:rect r="r" b="b" t="t" l="l"/>
              <a:pathLst>
                <a:path h="5381498" w="6478778">
                  <a:moveTo>
                    <a:pt x="8509" y="0"/>
                  </a:moveTo>
                  <a:lnTo>
                    <a:pt x="6470269" y="0"/>
                  </a:lnTo>
                  <a:cubicBezTo>
                    <a:pt x="6474968" y="0"/>
                    <a:pt x="6478778" y="3810"/>
                    <a:pt x="6478778" y="8509"/>
                  </a:cubicBezTo>
                  <a:lnTo>
                    <a:pt x="6478778" y="5372989"/>
                  </a:lnTo>
                  <a:cubicBezTo>
                    <a:pt x="6478778" y="5377688"/>
                    <a:pt x="6474968" y="5381498"/>
                    <a:pt x="6470269" y="5381498"/>
                  </a:cubicBezTo>
                  <a:lnTo>
                    <a:pt x="8509" y="5381498"/>
                  </a:lnTo>
                  <a:cubicBezTo>
                    <a:pt x="3810" y="5381498"/>
                    <a:pt x="0" y="5377688"/>
                    <a:pt x="0" y="537298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5372989"/>
                  </a:lnTo>
                  <a:lnTo>
                    <a:pt x="8509" y="5372989"/>
                  </a:lnTo>
                  <a:lnTo>
                    <a:pt x="8509" y="5364480"/>
                  </a:lnTo>
                  <a:lnTo>
                    <a:pt x="6470269" y="5364480"/>
                  </a:lnTo>
                  <a:lnTo>
                    <a:pt x="6470269" y="5372989"/>
                  </a:lnTo>
                  <a:lnTo>
                    <a:pt x="6461760" y="5372989"/>
                  </a:lnTo>
                  <a:lnTo>
                    <a:pt x="6461760" y="8509"/>
                  </a:lnTo>
                  <a:lnTo>
                    <a:pt x="6470269" y="8509"/>
                  </a:lnTo>
                  <a:lnTo>
                    <a:pt x="64702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BFC9CA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2788903" y="5199383"/>
            <a:ext cx="427739" cy="4048763"/>
            <a:chOff x="0" y="0"/>
            <a:chExt cx="570319" cy="5398351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16891" y="16891"/>
              <a:ext cx="536448" cy="5364480"/>
            </a:xfrm>
            <a:custGeom>
              <a:avLst/>
              <a:gdLst/>
              <a:ahLst/>
              <a:cxnLst/>
              <a:rect r="r" b="b" t="t" l="l"/>
              <a:pathLst>
                <a:path h="5364480" w="536448">
                  <a:moveTo>
                    <a:pt x="0" y="0"/>
                  </a:moveTo>
                  <a:lnTo>
                    <a:pt x="536448" y="0"/>
                  </a:lnTo>
                  <a:lnTo>
                    <a:pt x="536448" y="5364480"/>
                  </a:lnTo>
                  <a:lnTo>
                    <a:pt x="0" y="5364480"/>
                  </a:lnTo>
                  <a:close/>
                </a:path>
              </a:pathLst>
            </a:custGeom>
            <a:solidFill>
              <a:srgbClr val="1ABC9C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570230" cy="5398262"/>
            </a:xfrm>
            <a:custGeom>
              <a:avLst/>
              <a:gdLst/>
              <a:ahLst/>
              <a:cxnLst/>
              <a:rect r="r" b="b" t="t" l="l"/>
              <a:pathLst>
                <a:path h="5398262" w="570230">
                  <a:moveTo>
                    <a:pt x="16891" y="0"/>
                  </a:moveTo>
                  <a:lnTo>
                    <a:pt x="553339" y="0"/>
                  </a:lnTo>
                  <a:cubicBezTo>
                    <a:pt x="562737" y="0"/>
                    <a:pt x="570230" y="7620"/>
                    <a:pt x="570230" y="16891"/>
                  </a:cubicBezTo>
                  <a:lnTo>
                    <a:pt x="570230" y="5381371"/>
                  </a:lnTo>
                  <a:cubicBezTo>
                    <a:pt x="570230" y="5390769"/>
                    <a:pt x="562610" y="5398262"/>
                    <a:pt x="553339" y="5398262"/>
                  </a:cubicBezTo>
                  <a:lnTo>
                    <a:pt x="16891" y="5398262"/>
                  </a:lnTo>
                  <a:cubicBezTo>
                    <a:pt x="7493" y="5398262"/>
                    <a:pt x="0" y="5390642"/>
                    <a:pt x="0" y="53813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381371"/>
                  </a:lnTo>
                  <a:lnTo>
                    <a:pt x="16891" y="5381371"/>
                  </a:lnTo>
                  <a:lnTo>
                    <a:pt x="16891" y="5364480"/>
                  </a:lnTo>
                  <a:lnTo>
                    <a:pt x="553339" y="5364480"/>
                  </a:lnTo>
                  <a:lnTo>
                    <a:pt x="553339" y="5381371"/>
                  </a:lnTo>
                  <a:lnTo>
                    <a:pt x="536448" y="5381371"/>
                  </a:lnTo>
                  <a:lnTo>
                    <a:pt x="536448" y="16891"/>
                  </a:lnTo>
                  <a:lnTo>
                    <a:pt x="553339" y="16891"/>
                  </a:lnTo>
                  <a:lnTo>
                    <a:pt x="5533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BC9C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3350240" y="5486400"/>
            <a:ext cx="4114800" cy="694944"/>
            <a:chOff x="0" y="0"/>
            <a:chExt cx="5486400" cy="92659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5486400" cy="926592"/>
            </a:xfrm>
            <a:custGeom>
              <a:avLst/>
              <a:gdLst/>
              <a:ahLst/>
              <a:cxnLst/>
              <a:rect r="r" b="b" t="t" l="l"/>
              <a:pathLst>
                <a:path h="926592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5371" r="0" b="-65371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57150"/>
              <a:ext cx="548640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 Stack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3350240" y="6217920"/>
            <a:ext cx="4169664" cy="2834640"/>
            <a:chOff x="0" y="0"/>
            <a:chExt cx="5559552" cy="377952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5559552" cy="3779520"/>
            </a:xfrm>
            <a:custGeom>
              <a:avLst/>
              <a:gdLst/>
              <a:ahLst/>
              <a:cxnLst/>
              <a:rect r="r" b="b" t="t" l="l"/>
              <a:pathLst>
                <a:path h="3779520" w="5559552">
                  <a:moveTo>
                    <a:pt x="0" y="0"/>
                  </a:moveTo>
                  <a:lnTo>
                    <a:pt x="5559552" y="0"/>
                  </a:lnTo>
                  <a:lnTo>
                    <a:pt x="5559552" y="3779520"/>
                  </a:lnTo>
                  <a:lnTo>
                    <a:pt x="0" y="3779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7223" t="0" r="-37223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104775"/>
              <a:ext cx="5559552" cy="3884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000">
                  <a:solidFill>
                    <a:srgbClr val="3D4E5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Java 17+, JavaFX, FXML, MySQL, JDBC. All scene transitions managed by a centralised SceneManager utility.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5840" y="548640"/>
            <a:ext cx="15544800" cy="1005840"/>
            <a:chOff x="0" y="0"/>
            <a:chExt cx="20726400" cy="13411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7264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1132" r="0" b="-25113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0726400" cy="14649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DATABASE &amp; BACKEND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05840" y="1554480"/>
            <a:ext cx="15544800" cy="585216"/>
            <a:chOff x="0" y="0"/>
            <a:chExt cx="20726400" cy="78028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726400" cy="780288"/>
            </a:xfrm>
            <a:custGeom>
              <a:avLst/>
              <a:gdLst/>
              <a:ahLst/>
              <a:cxnLst/>
              <a:rect r="r" b="b" t="t" l="l"/>
              <a:pathLst>
                <a:path h="780288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7571" r="0" b="-46757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0726400" cy="8374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1ABC9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models, SQL schema and service layer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093440" y="457200"/>
            <a:ext cx="1554480" cy="1554480"/>
            <a:chOff x="0" y="0"/>
            <a:chExt cx="2072640" cy="207264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20726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2072640"/>
                  </a:lnTo>
                  <a:lnTo>
                    <a:pt x="0" y="2072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29917" y="2550157"/>
            <a:ext cx="4080253" cy="3348733"/>
            <a:chOff x="0" y="0"/>
            <a:chExt cx="5440337" cy="446497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3589" y="13589"/>
              <a:ext cx="5413248" cy="4437888"/>
            </a:xfrm>
            <a:custGeom>
              <a:avLst/>
              <a:gdLst/>
              <a:ahLst/>
              <a:cxnLst/>
              <a:rect r="r" b="b" t="t" l="l"/>
              <a:pathLst>
                <a:path h="4437888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4437888"/>
                  </a:lnTo>
                  <a:lnTo>
                    <a:pt x="0" y="4437888"/>
                  </a:lnTo>
                  <a:close/>
                </a:path>
              </a:pathLst>
            </a:custGeom>
            <a:solidFill>
              <a:srgbClr val="1B4F72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440426" cy="4465066"/>
            </a:xfrm>
            <a:custGeom>
              <a:avLst/>
              <a:gdLst/>
              <a:ahLst/>
              <a:cxnLst/>
              <a:rect r="r" b="b" t="t" l="l"/>
              <a:pathLst>
                <a:path h="4465066" w="5440426">
                  <a:moveTo>
                    <a:pt x="13589" y="0"/>
                  </a:moveTo>
                  <a:lnTo>
                    <a:pt x="5426837" y="0"/>
                  </a:lnTo>
                  <a:cubicBezTo>
                    <a:pt x="5434330" y="0"/>
                    <a:pt x="5440426" y="6096"/>
                    <a:pt x="5440426" y="13589"/>
                  </a:cubicBezTo>
                  <a:lnTo>
                    <a:pt x="5440426" y="4451477"/>
                  </a:lnTo>
                  <a:cubicBezTo>
                    <a:pt x="5440426" y="4458970"/>
                    <a:pt x="5434330" y="4465066"/>
                    <a:pt x="5426837" y="4465066"/>
                  </a:cubicBezTo>
                  <a:lnTo>
                    <a:pt x="13589" y="4465066"/>
                  </a:lnTo>
                  <a:cubicBezTo>
                    <a:pt x="6096" y="4465066"/>
                    <a:pt x="0" y="4458970"/>
                    <a:pt x="0" y="4451477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4451477"/>
                  </a:lnTo>
                  <a:lnTo>
                    <a:pt x="13589" y="4451477"/>
                  </a:lnTo>
                  <a:lnTo>
                    <a:pt x="13589" y="4437888"/>
                  </a:lnTo>
                  <a:lnTo>
                    <a:pt x="5426837" y="4437888"/>
                  </a:lnTo>
                  <a:lnTo>
                    <a:pt x="5426837" y="4451477"/>
                  </a:lnTo>
                  <a:lnTo>
                    <a:pt x="5413248" y="4451477"/>
                  </a:lnTo>
                  <a:lnTo>
                    <a:pt x="5413248" y="13589"/>
                  </a:lnTo>
                  <a:lnTo>
                    <a:pt x="5426837" y="13589"/>
                  </a:lnTo>
                  <a:lnTo>
                    <a:pt x="5426837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1ABC9C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27383" y="2547623"/>
            <a:ext cx="4085339" cy="720347"/>
            <a:chOff x="0" y="0"/>
            <a:chExt cx="5447119" cy="96046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6891" y="16891"/>
              <a:ext cx="5413248" cy="926592"/>
            </a:xfrm>
            <a:custGeom>
              <a:avLst/>
              <a:gdLst/>
              <a:ahLst/>
              <a:cxnLst/>
              <a:rect r="r" b="b" t="t" l="l"/>
              <a:pathLst>
                <a:path h="926592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48F77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47030" cy="960376"/>
            </a:xfrm>
            <a:custGeom>
              <a:avLst/>
              <a:gdLst/>
              <a:ahLst/>
              <a:cxnLst/>
              <a:rect r="r" b="b" t="t" l="l"/>
              <a:pathLst>
                <a:path h="960376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943483"/>
                  </a:lnTo>
                  <a:cubicBezTo>
                    <a:pt x="5447030" y="952881"/>
                    <a:pt x="5439410" y="960374"/>
                    <a:pt x="5430139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5430139" y="926592"/>
                  </a:lnTo>
                  <a:lnTo>
                    <a:pt x="5430139" y="943483"/>
                  </a:lnTo>
                  <a:lnTo>
                    <a:pt x="5413248" y="943483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48F77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786384" y="2596896"/>
            <a:ext cx="3840480" cy="658368"/>
            <a:chOff x="0" y="0"/>
            <a:chExt cx="5120640" cy="87782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120640" cy="877824"/>
            </a:xfrm>
            <a:custGeom>
              <a:avLst/>
              <a:gdLst/>
              <a:ahLst/>
              <a:cxnLst/>
              <a:rect r="r" b="b" t="t" l="l"/>
              <a:pathLst>
                <a:path h="877824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512064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Usuario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86384" y="3364992"/>
            <a:ext cx="3803904" cy="2340864"/>
            <a:chOff x="0" y="0"/>
            <a:chExt cx="5071872" cy="312115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071872" cy="3121152"/>
            </a:xfrm>
            <a:custGeom>
              <a:avLst/>
              <a:gdLst/>
              <a:ahLst/>
              <a:cxnLst/>
              <a:rect r="r" b="b" t="t" l="l"/>
              <a:pathLst>
                <a:path h="3121152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3121152"/>
                  </a:lnTo>
                  <a:lnTo>
                    <a:pt x="0" y="31211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8956" t="0" r="-28956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0"/>
              <a:ext cx="5071872" cy="32164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1800">
                  <a:solidFill>
                    <a:srgbClr val="BFC9C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Stores name, email, password and role (Admin / Teacher / Student).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964173" y="2550157"/>
            <a:ext cx="4080253" cy="3348733"/>
            <a:chOff x="0" y="0"/>
            <a:chExt cx="5440337" cy="446497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3589" y="13589"/>
              <a:ext cx="5413248" cy="4437888"/>
            </a:xfrm>
            <a:custGeom>
              <a:avLst/>
              <a:gdLst/>
              <a:ahLst/>
              <a:cxnLst/>
              <a:rect r="r" b="b" t="t" l="l"/>
              <a:pathLst>
                <a:path h="4437888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4437888"/>
                  </a:lnTo>
                  <a:lnTo>
                    <a:pt x="0" y="4437888"/>
                  </a:lnTo>
                  <a:close/>
                </a:path>
              </a:pathLst>
            </a:custGeom>
            <a:solidFill>
              <a:srgbClr val="1B4F72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440426" cy="4465066"/>
            </a:xfrm>
            <a:custGeom>
              <a:avLst/>
              <a:gdLst/>
              <a:ahLst/>
              <a:cxnLst/>
              <a:rect r="r" b="b" t="t" l="l"/>
              <a:pathLst>
                <a:path h="4465066" w="5440426">
                  <a:moveTo>
                    <a:pt x="13589" y="0"/>
                  </a:moveTo>
                  <a:lnTo>
                    <a:pt x="5426837" y="0"/>
                  </a:lnTo>
                  <a:cubicBezTo>
                    <a:pt x="5434330" y="0"/>
                    <a:pt x="5440426" y="6096"/>
                    <a:pt x="5440426" y="13589"/>
                  </a:cubicBezTo>
                  <a:lnTo>
                    <a:pt x="5440426" y="4451477"/>
                  </a:lnTo>
                  <a:cubicBezTo>
                    <a:pt x="5440426" y="4458970"/>
                    <a:pt x="5434330" y="4465066"/>
                    <a:pt x="5426837" y="4465066"/>
                  </a:cubicBezTo>
                  <a:lnTo>
                    <a:pt x="13589" y="4465066"/>
                  </a:lnTo>
                  <a:cubicBezTo>
                    <a:pt x="6096" y="4465066"/>
                    <a:pt x="0" y="4458970"/>
                    <a:pt x="0" y="4451477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4451477"/>
                  </a:lnTo>
                  <a:lnTo>
                    <a:pt x="13589" y="4451477"/>
                  </a:lnTo>
                  <a:lnTo>
                    <a:pt x="13589" y="4437888"/>
                  </a:lnTo>
                  <a:lnTo>
                    <a:pt x="5426837" y="4437888"/>
                  </a:lnTo>
                  <a:lnTo>
                    <a:pt x="5426837" y="4451477"/>
                  </a:lnTo>
                  <a:lnTo>
                    <a:pt x="5413248" y="4451477"/>
                  </a:lnTo>
                  <a:lnTo>
                    <a:pt x="5413248" y="13589"/>
                  </a:lnTo>
                  <a:lnTo>
                    <a:pt x="5426837" y="13589"/>
                  </a:lnTo>
                  <a:lnTo>
                    <a:pt x="5426837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1ABC9C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4961639" y="2547623"/>
            <a:ext cx="4085339" cy="720347"/>
            <a:chOff x="0" y="0"/>
            <a:chExt cx="5447119" cy="96046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6891" y="16891"/>
              <a:ext cx="5413248" cy="926592"/>
            </a:xfrm>
            <a:custGeom>
              <a:avLst/>
              <a:gdLst/>
              <a:ahLst/>
              <a:cxnLst/>
              <a:rect r="r" b="b" t="t" l="l"/>
              <a:pathLst>
                <a:path h="926592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48F77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447030" cy="960376"/>
            </a:xfrm>
            <a:custGeom>
              <a:avLst/>
              <a:gdLst/>
              <a:ahLst/>
              <a:cxnLst/>
              <a:rect r="r" b="b" t="t" l="l"/>
              <a:pathLst>
                <a:path h="960376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943483"/>
                  </a:lnTo>
                  <a:cubicBezTo>
                    <a:pt x="5447030" y="952881"/>
                    <a:pt x="5439410" y="960374"/>
                    <a:pt x="5430139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5430139" y="926592"/>
                  </a:lnTo>
                  <a:lnTo>
                    <a:pt x="5430139" y="943483"/>
                  </a:lnTo>
                  <a:lnTo>
                    <a:pt x="5413248" y="943483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48F77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5120640" y="2596896"/>
            <a:ext cx="3840480" cy="658368"/>
            <a:chOff x="0" y="0"/>
            <a:chExt cx="5120640" cy="87782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120640" cy="877824"/>
            </a:xfrm>
            <a:custGeom>
              <a:avLst/>
              <a:gdLst/>
              <a:ahLst/>
              <a:cxnLst/>
              <a:rect r="r" b="b" t="t" l="l"/>
              <a:pathLst>
                <a:path h="877824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512064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ClaseDeportiva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5120640" y="3364992"/>
            <a:ext cx="3803904" cy="2340864"/>
            <a:chOff x="0" y="0"/>
            <a:chExt cx="5071872" cy="312115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071872" cy="3121152"/>
            </a:xfrm>
            <a:custGeom>
              <a:avLst/>
              <a:gdLst/>
              <a:ahLst/>
              <a:cxnLst/>
              <a:rect r="r" b="b" t="t" l="l"/>
              <a:pathLst>
                <a:path h="3121152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3121152"/>
                  </a:lnTo>
                  <a:lnTo>
                    <a:pt x="0" y="31211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8956" t="0" r="-28956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0"/>
              <a:ext cx="5071872" cy="32164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1800">
                  <a:solidFill>
                    <a:srgbClr val="BFC9C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Sports classes: title, sport, teacher, schedule, level, premium flag.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298429" y="2550157"/>
            <a:ext cx="4080253" cy="3348733"/>
            <a:chOff x="0" y="0"/>
            <a:chExt cx="5440337" cy="446497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3589" y="13589"/>
              <a:ext cx="5413248" cy="4437888"/>
            </a:xfrm>
            <a:custGeom>
              <a:avLst/>
              <a:gdLst/>
              <a:ahLst/>
              <a:cxnLst/>
              <a:rect r="r" b="b" t="t" l="l"/>
              <a:pathLst>
                <a:path h="4437888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4437888"/>
                  </a:lnTo>
                  <a:lnTo>
                    <a:pt x="0" y="4437888"/>
                  </a:lnTo>
                  <a:close/>
                </a:path>
              </a:pathLst>
            </a:custGeom>
            <a:solidFill>
              <a:srgbClr val="1B4F72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440426" cy="4465066"/>
            </a:xfrm>
            <a:custGeom>
              <a:avLst/>
              <a:gdLst/>
              <a:ahLst/>
              <a:cxnLst/>
              <a:rect r="r" b="b" t="t" l="l"/>
              <a:pathLst>
                <a:path h="4465066" w="5440426">
                  <a:moveTo>
                    <a:pt x="13589" y="0"/>
                  </a:moveTo>
                  <a:lnTo>
                    <a:pt x="5426837" y="0"/>
                  </a:lnTo>
                  <a:cubicBezTo>
                    <a:pt x="5434330" y="0"/>
                    <a:pt x="5440426" y="6096"/>
                    <a:pt x="5440426" y="13589"/>
                  </a:cubicBezTo>
                  <a:lnTo>
                    <a:pt x="5440426" y="4451477"/>
                  </a:lnTo>
                  <a:cubicBezTo>
                    <a:pt x="5440426" y="4458970"/>
                    <a:pt x="5434330" y="4465066"/>
                    <a:pt x="5426837" y="4465066"/>
                  </a:cubicBezTo>
                  <a:lnTo>
                    <a:pt x="13589" y="4465066"/>
                  </a:lnTo>
                  <a:cubicBezTo>
                    <a:pt x="6096" y="4465066"/>
                    <a:pt x="0" y="4458970"/>
                    <a:pt x="0" y="4451477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4451477"/>
                  </a:lnTo>
                  <a:lnTo>
                    <a:pt x="13589" y="4451477"/>
                  </a:lnTo>
                  <a:lnTo>
                    <a:pt x="13589" y="4437888"/>
                  </a:lnTo>
                  <a:lnTo>
                    <a:pt x="5426837" y="4437888"/>
                  </a:lnTo>
                  <a:lnTo>
                    <a:pt x="5426837" y="4451477"/>
                  </a:lnTo>
                  <a:lnTo>
                    <a:pt x="5413248" y="4451477"/>
                  </a:lnTo>
                  <a:lnTo>
                    <a:pt x="5413248" y="13589"/>
                  </a:lnTo>
                  <a:lnTo>
                    <a:pt x="5426837" y="13589"/>
                  </a:lnTo>
                  <a:lnTo>
                    <a:pt x="5426837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1ABC9C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295895" y="2547623"/>
            <a:ext cx="4085339" cy="720347"/>
            <a:chOff x="0" y="0"/>
            <a:chExt cx="5447119" cy="960463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16891" y="16891"/>
              <a:ext cx="5413248" cy="926592"/>
            </a:xfrm>
            <a:custGeom>
              <a:avLst/>
              <a:gdLst/>
              <a:ahLst/>
              <a:cxnLst/>
              <a:rect r="r" b="b" t="t" l="l"/>
              <a:pathLst>
                <a:path h="926592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48F77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447030" cy="960376"/>
            </a:xfrm>
            <a:custGeom>
              <a:avLst/>
              <a:gdLst/>
              <a:ahLst/>
              <a:cxnLst/>
              <a:rect r="r" b="b" t="t" l="l"/>
              <a:pathLst>
                <a:path h="960376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943483"/>
                  </a:lnTo>
                  <a:cubicBezTo>
                    <a:pt x="5447030" y="952881"/>
                    <a:pt x="5439410" y="960374"/>
                    <a:pt x="5430139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5430139" y="926592"/>
                  </a:lnTo>
                  <a:lnTo>
                    <a:pt x="5430139" y="943483"/>
                  </a:lnTo>
                  <a:lnTo>
                    <a:pt x="5413248" y="943483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48F77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454896" y="2596896"/>
            <a:ext cx="3840480" cy="658368"/>
            <a:chOff x="0" y="0"/>
            <a:chExt cx="5120640" cy="87782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120640" cy="877824"/>
            </a:xfrm>
            <a:custGeom>
              <a:avLst/>
              <a:gdLst/>
              <a:ahLst/>
              <a:cxnLst/>
              <a:rect r="r" b="b" t="t" l="l"/>
              <a:pathLst>
                <a:path h="877824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512064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Profesor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454896" y="3364992"/>
            <a:ext cx="3803904" cy="2340864"/>
            <a:chOff x="0" y="0"/>
            <a:chExt cx="5071872" cy="312115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071872" cy="3121152"/>
            </a:xfrm>
            <a:custGeom>
              <a:avLst/>
              <a:gdLst/>
              <a:ahLst/>
              <a:cxnLst/>
              <a:rect r="r" b="b" t="t" l="l"/>
              <a:pathLst>
                <a:path h="3121152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3121152"/>
                  </a:lnTo>
                  <a:lnTo>
                    <a:pt x="0" y="31211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8956" t="0" r="-28956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0"/>
              <a:ext cx="5071872" cy="32164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1800">
                  <a:solidFill>
                    <a:srgbClr val="BFC9C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Teacher profile linked to a user, with speciality and bio fields.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3632685" y="2550157"/>
            <a:ext cx="4080253" cy="3348733"/>
            <a:chOff x="0" y="0"/>
            <a:chExt cx="5440337" cy="4464977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13589" y="13589"/>
              <a:ext cx="5413248" cy="4437888"/>
            </a:xfrm>
            <a:custGeom>
              <a:avLst/>
              <a:gdLst/>
              <a:ahLst/>
              <a:cxnLst/>
              <a:rect r="r" b="b" t="t" l="l"/>
              <a:pathLst>
                <a:path h="4437888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4437888"/>
                  </a:lnTo>
                  <a:lnTo>
                    <a:pt x="0" y="4437888"/>
                  </a:lnTo>
                  <a:close/>
                </a:path>
              </a:pathLst>
            </a:custGeom>
            <a:solidFill>
              <a:srgbClr val="1B4F72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440426" cy="4465066"/>
            </a:xfrm>
            <a:custGeom>
              <a:avLst/>
              <a:gdLst/>
              <a:ahLst/>
              <a:cxnLst/>
              <a:rect r="r" b="b" t="t" l="l"/>
              <a:pathLst>
                <a:path h="4465066" w="5440426">
                  <a:moveTo>
                    <a:pt x="13589" y="0"/>
                  </a:moveTo>
                  <a:lnTo>
                    <a:pt x="5426837" y="0"/>
                  </a:lnTo>
                  <a:cubicBezTo>
                    <a:pt x="5434330" y="0"/>
                    <a:pt x="5440426" y="6096"/>
                    <a:pt x="5440426" y="13589"/>
                  </a:cubicBezTo>
                  <a:lnTo>
                    <a:pt x="5440426" y="4451477"/>
                  </a:lnTo>
                  <a:cubicBezTo>
                    <a:pt x="5440426" y="4458970"/>
                    <a:pt x="5434330" y="4465066"/>
                    <a:pt x="5426837" y="4465066"/>
                  </a:cubicBezTo>
                  <a:lnTo>
                    <a:pt x="13589" y="4465066"/>
                  </a:lnTo>
                  <a:cubicBezTo>
                    <a:pt x="6096" y="4465066"/>
                    <a:pt x="0" y="4458970"/>
                    <a:pt x="0" y="4451477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4451477"/>
                  </a:lnTo>
                  <a:lnTo>
                    <a:pt x="13589" y="4451477"/>
                  </a:lnTo>
                  <a:lnTo>
                    <a:pt x="13589" y="4437888"/>
                  </a:lnTo>
                  <a:lnTo>
                    <a:pt x="5426837" y="4437888"/>
                  </a:lnTo>
                  <a:lnTo>
                    <a:pt x="5426837" y="4451477"/>
                  </a:lnTo>
                  <a:lnTo>
                    <a:pt x="5413248" y="4451477"/>
                  </a:lnTo>
                  <a:lnTo>
                    <a:pt x="5413248" y="13589"/>
                  </a:lnTo>
                  <a:lnTo>
                    <a:pt x="5426837" y="13589"/>
                  </a:lnTo>
                  <a:lnTo>
                    <a:pt x="5426837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1ABC9C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3630151" y="2547623"/>
            <a:ext cx="4085339" cy="720347"/>
            <a:chOff x="0" y="0"/>
            <a:chExt cx="5447119" cy="960463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16891" y="16891"/>
              <a:ext cx="5413248" cy="926592"/>
            </a:xfrm>
            <a:custGeom>
              <a:avLst/>
              <a:gdLst/>
              <a:ahLst/>
              <a:cxnLst/>
              <a:rect r="r" b="b" t="t" l="l"/>
              <a:pathLst>
                <a:path h="926592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48F77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447030" cy="960376"/>
            </a:xfrm>
            <a:custGeom>
              <a:avLst/>
              <a:gdLst/>
              <a:ahLst/>
              <a:cxnLst/>
              <a:rect r="r" b="b" t="t" l="l"/>
              <a:pathLst>
                <a:path h="960376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943483"/>
                  </a:lnTo>
                  <a:cubicBezTo>
                    <a:pt x="5447030" y="952881"/>
                    <a:pt x="5439410" y="960374"/>
                    <a:pt x="5430139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5430139" y="926592"/>
                  </a:lnTo>
                  <a:lnTo>
                    <a:pt x="5430139" y="943483"/>
                  </a:lnTo>
                  <a:lnTo>
                    <a:pt x="5413248" y="943483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48F77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3789152" y="2596896"/>
            <a:ext cx="3840480" cy="658368"/>
            <a:chOff x="0" y="0"/>
            <a:chExt cx="5120640" cy="87782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120640" cy="877824"/>
            </a:xfrm>
            <a:custGeom>
              <a:avLst/>
              <a:gdLst/>
              <a:ahLst/>
              <a:cxnLst/>
              <a:rect r="r" b="b" t="t" l="l"/>
              <a:pathLst>
                <a:path h="877824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47625"/>
              <a:ext cx="512064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Producto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3789152" y="3364992"/>
            <a:ext cx="3803904" cy="2340864"/>
            <a:chOff x="0" y="0"/>
            <a:chExt cx="5071872" cy="312115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071872" cy="3121152"/>
            </a:xfrm>
            <a:custGeom>
              <a:avLst/>
              <a:gdLst/>
              <a:ahLst/>
              <a:cxnLst/>
              <a:rect r="r" b="b" t="t" l="l"/>
              <a:pathLst>
                <a:path h="3121152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3121152"/>
                  </a:lnTo>
                  <a:lnTo>
                    <a:pt x="0" y="31211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8956" t="0" r="-28956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95250"/>
              <a:ext cx="5071872" cy="32164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1800">
                  <a:solidFill>
                    <a:srgbClr val="BFC9C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Marketplace items: price, stock, seller and publication date.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629917" y="6207757"/>
            <a:ext cx="4080253" cy="3348733"/>
            <a:chOff x="0" y="0"/>
            <a:chExt cx="5440337" cy="4464977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13589" y="13589"/>
              <a:ext cx="5413248" cy="4437888"/>
            </a:xfrm>
            <a:custGeom>
              <a:avLst/>
              <a:gdLst/>
              <a:ahLst/>
              <a:cxnLst/>
              <a:rect r="r" b="b" t="t" l="l"/>
              <a:pathLst>
                <a:path h="4437888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4437888"/>
                  </a:lnTo>
                  <a:lnTo>
                    <a:pt x="0" y="4437888"/>
                  </a:lnTo>
                  <a:close/>
                </a:path>
              </a:pathLst>
            </a:custGeom>
            <a:solidFill>
              <a:srgbClr val="1B4F72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440426" cy="4465066"/>
            </a:xfrm>
            <a:custGeom>
              <a:avLst/>
              <a:gdLst/>
              <a:ahLst/>
              <a:cxnLst/>
              <a:rect r="r" b="b" t="t" l="l"/>
              <a:pathLst>
                <a:path h="4465066" w="5440426">
                  <a:moveTo>
                    <a:pt x="13589" y="0"/>
                  </a:moveTo>
                  <a:lnTo>
                    <a:pt x="5426837" y="0"/>
                  </a:lnTo>
                  <a:cubicBezTo>
                    <a:pt x="5434330" y="0"/>
                    <a:pt x="5440426" y="6096"/>
                    <a:pt x="5440426" y="13589"/>
                  </a:cubicBezTo>
                  <a:lnTo>
                    <a:pt x="5440426" y="4451477"/>
                  </a:lnTo>
                  <a:cubicBezTo>
                    <a:pt x="5440426" y="4458970"/>
                    <a:pt x="5434330" y="4465066"/>
                    <a:pt x="5426837" y="4465066"/>
                  </a:cubicBezTo>
                  <a:lnTo>
                    <a:pt x="13589" y="4465066"/>
                  </a:lnTo>
                  <a:cubicBezTo>
                    <a:pt x="6096" y="4465066"/>
                    <a:pt x="0" y="4458970"/>
                    <a:pt x="0" y="4451477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4451477"/>
                  </a:lnTo>
                  <a:lnTo>
                    <a:pt x="13589" y="4451477"/>
                  </a:lnTo>
                  <a:lnTo>
                    <a:pt x="13589" y="4437888"/>
                  </a:lnTo>
                  <a:lnTo>
                    <a:pt x="5426837" y="4437888"/>
                  </a:lnTo>
                  <a:lnTo>
                    <a:pt x="5426837" y="4451477"/>
                  </a:lnTo>
                  <a:lnTo>
                    <a:pt x="5413248" y="4451477"/>
                  </a:lnTo>
                  <a:lnTo>
                    <a:pt x="5413248" y="13589"/>
                  </a:lnTo>
                  <a:lnTo>
                    <a:pt x="5426837" y="13589"/>
                  </a:lnTo>
                  <a:lnTo>
                    <a:pt x="5426837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1ABC9C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627383" y="6205223"/>
            <a:ext cx="4085339" cy="720347"/>
            <a:chOff x="0" y="0"/>
            <a:chExt cx="5447119" cy="960463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16891" y="16891"/>
              <a:ext cx="5413248" cy="926592"/>
            </a:xfrm>
            <a:custGeom>
              <a:avLst/>
              <a:gdLst/>
              <a:ahLst/>
              <a:cxnLst/>
              <a:rect r="r" b="b" t="t" l="l"/>
              <a:pathLst>
                <a:path h="926592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48F77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447030" cy="960376"/>
            </a:xfrm>
            <a:custGeom>
              <a:avLst/>
              <a:gdLst/>
              <a:ahLst/>
              <a:cxnLst/>
              <a:rect r="r" b="b" t="t" l="l"/>
              <a:pathLst>
                <a:path h="960376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943483"/>
                  </a:lnTo>
                  <a:cubicBezTo>
                    <a:pt x="5447030" y="952881"/>
                    <a:pt x="5439410" y="960374"/>
                    <a:pt x="5430139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5430139" y="926592"/>
                  </a:lnTo>
                  <a:lnTo>
                    <a:pt x="5430139" y="943483"/>
                  </a:lnTo>
                  <a:lnTo>
                    <a:pt x="5413248" y="943483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48F77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786384" y="6254496"/>
            <a:ext cx="3840480" cy="658368"/>
            <a:chOff x="0" y="0"/>
            <a:chExt cx="5120640" cy="877824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120640" cy="877824"/>
            </a:xfrm>
            <a:custGeom>
              <a:avLst/>
              <a:gdLst/>
              <a:ahLst/>
              <a:cxnLst/>
              <a:rect r="r" b="b" t="t" l="l"/>
              <a:pathLst>
                <a:path h="877824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512064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Suscripcion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786384" y="7022592"/>
            <a:ext cx="3803904" cy="2340864"/>
            <a:chOff x="0" y="0"/>
            <a:chExt cx="5071872" cy="312115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5071872" cy="3121152"/>
            </a:xfrm>
            <a:custGeom>
              <a:avLst/>
              <a:gdLst/>
              <a:ahLst/>
              <a:cxnLst/>
              <a:rect r="r" b="b" t="t" l="l"/>
              <a:pathLst>
                <a:path h="3121152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3121152"/>
                  </a:lnTo>
                  <a:lnTo>
                    <a:pt x="0" y="31211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8956" t="0" r="-28956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95250"/>
              <a:ext cx="5071872" cy="32164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1800">
                  <a:solidFill>
                    <a:srgbClr val="BFC9C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Tracks user enrolments — which students are in which class.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4964173" y="6207757"/>
            <a:ext cx="4080253" cy="3348733"/>
            <a:chOff x="0" y="0"/>
            <a:chExt cx="5440337" cy="4464977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13589" y="13589"/>
              <a:ext cx="5413248" cy="4437888"/>
            </a:xfrm>
            <a:custGeom>
              <a:avLst/>
              <a:gdLst/>
              <a:ahLst/>
              <a:cxnLst/>
              <a:rect r="r" b="b" t="t" l="l"/>
              <a:pathLst>
                <a:path h="4437888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4437888"/>
                  </a:lnTo>
                  <a:lnTo>
                    <a:pt x="0" y="4437888"/>
                  </a:lnTo>
                  <a:close/>
                </a:path>
              </a:pathLst>
            </a:custGeom>
            <a:solidFill>
              <a:srgbClr val="1B4F72"/>
            </a:solid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440426" cy="4465066"/>
            </a:xfrm>
            <a:custGeom>
              <a:avLst/>
              <a:gdLst/>
              <a:ahLst/>
              <a:cxnLst/>
              <a:rect r="r" b="b" t="t" l="l"/>
              <a:pathLst>
                <a:path h="4465066" w="5440426">
                  <a:moveTo>
                    <a:pt x="13589" y="0"/>
                  </a:moveTo>
                  <a:lnTo>
                    <a:pt x="5426837" y="0"/>
                  </a:lnTo>
                  <a:cubicBezTo>
                    <a:pt x="5434330" y="0"/>
                    <a:pt x="5440426" y="6096"/>
                    <a:pt x="5440426" y="13589"/>
                  </a:cubicBezTo>
                  <a:lnTo>
                    <a:pt x="5440426" y="4451477"/>
                  </a:lnTo>
                  <a:cubicBezTo>
                    <a:pt x="5440426" y="4458970"/>
                    <a:pt x="5434330" y="4465066"/>
                    <a:pt x="5426837" y="4465066"/>
                  </a:cubicBezTo>
                  <a:lnTo>
                    <a:pt x="13589" y="4465066"/>
                  </a:lnTo>
                  <a:cubicBezTo>
                    <a:pt x="6096" y="4465066"/>
                    <a:pt x="0" y="4458970"/>
                    <a:pt x="0" y="4451477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4451477"/>
                  </a:lnTo>
                  <a:lnTo>
                    <a:pt x="13589" y="4451477"/>
                  </a:lnTo>
                  <a:lnTo>
                    <a:pt x="13589" y="4437888"/>
                  </a:lnTo>
                  <a:lnTo>
                    <a:pt x="5426837" y="4437888"/>
                  </a:lnTo>
                  <a:lnTo>
                    <a:pt x="5426837" y="4451477"/>
                  </a:lnTo>
                  <a:lnTo>
                    <a:pt x="5413248" y="4451477"/>
                  </a:lnTo>
                  <a:lnTo>
                    <a:pt x="5413248" y="13589"/>
                  </a:lnTo>
                  <a:lnTo>
                    <a:pt x="5426837" y="13589"/>
                  </a:lnTo>
                  <a:lnTo>
                    <a:pt x="5426837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1ABC9C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4961639" y="6205223"/>
            <a:ext cx="4085339" cy="720347"/>
            <a:chOff x="0" y="0"/>
            <a:chExt cx="5447119" cy="960463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16891" y="16891"/>
              <a:ext cx="5413248" cy="926592"/>
            </a:xfrm>
            <a:custGeom>
              <a:avLst/>
              <a:gdLst/>
              <a:ahLst/>
              <a:cxnLst/>
              <a:rect r="r" b="b" t="t" l="l"/>
              <a:pathLst>
                <a:path h="926592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48F77"/>
            </a:solidFill>
          </p:spPr>
        </p:sp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447030" cy="960376"/>
            </a:xfrm>
            <a:custGeom>
              <a:avLst/>
              <a:gdLst/>
              <a:ahLst/>
              <a:cxnLst/>
              <a:rect r="r" b="b" t="t" l="l"/>
              <a:pathLst>
                <a:path h="960376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943483"/>
                  </a:lnTo>
                  <a:cubicBezTo>
                    <a:pt x="5447030" y="952881"/>
                    <a:pt x="5439410" y="960374"/>
                    <a:pt x="5430139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5430139" y="926592"/>
                  </a:lnTo>
                  <a:lnTo>
                    <a:pt x="5430139" y="943483"/>
                  </a:lnTo>
                  <a:lnTo>
                    <a:pt x="5413248" y="943483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48F77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5120640" y="6254496"/>
            <a:ext cx="3840480" cy="658368"/>
            <a:chOff x="0" y="0"/>
            <a:chExt cx="5120640" cy="877824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5120640" cy="877824"/>
            </a:xfrm>
            <a:custGeom>
              <a:avLst/>
              <a:gdLst/>
              <a:ahLst/>
              <a:cxnLst/>
              <a:rect r="r" b="b" t="t" l="l"/>
              <a:pathLst>
                <a:path h="877824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47625"/>
              <a:ext cx="512064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CompraHistorial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5120640" y="7022592"/>
            <a:ext cx="3803904" cy="2340864"/>
            <a:chOff x="0" y="0"/>
            <a:chExt cx="5071872" cy="312115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5071872" cy="3121152"/>
            </a:xfrm>
            <a:custGeom>
              <a:avLst/>
              <a:gdLst/>
              <a:ahLst/>
              <a:cxnLst/>
              <a:rect r="r" b="b" t="t" l="l"/>
              <a:pathLst>
                <a:path h="3121152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3121152"/>
                  </a:lnTo>
                  <a:lnTo>
                    <a:pt x="0" y="31211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8956" t="0" r="-28956" b="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95250"/>
              <a:ext cx="5071872" cy="32164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1800">
                  <a:solidFill>
                    <a:srgbClr val="BFC9C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Purchase history: product, buyer, quantity, date and total.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9298429" y="6207757"/>
            <a:ext cx="4080253" cy="3348733"/>
            <a:chOff x="0" y="0"/>
            <a:chExt cx="5440337" cy="4464977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13589" y="13589"/>
              <a:ext cx="5413248" cy="4437888"/>
            </a:xfrm>
            <a:custGeom>
              <a:avLst/>
              <a:gdLst/>
              <a:ahLst/>
              <a:cxnLst/>
              <a:rect r="r" b="b" t="t" l="l"/>
              <a:pathLst>
                <a:path h="4437888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4437888"/>
                  </a:lnTo>
                  <a:lnTo>
                    <a:pt x="0" y="4437888"/>
                  </a:lnTo>
                  <a:close/>
                </a:path>
              </a:pathLst>
            </a:custGeom>
            <a:solidFill>
              <a:srgbClr val="1B4F72"/>
            </a:solidFill>
          </p:spPr>
        </p:sp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5440426" cy="4465066"/>
            </a:xfrm>
            <a:custGeom>
              <a:avLst/>
              <a:gdLst/>
              <a:ahLst/>
              <a:cxnLst/>
              <a:rect r="r" b="b" t="t" l="l"/>
              <a:pathLst>
                <a:path h="4465066" w="5440426">
                  <a:moveTo>
                    <a:pt x="13589" y="0"/>
                  </a:moveTo>
                  <a:lnTo>
                    <a:pt x="5426837" y="0"/>
                  </a:lnTo>
                  <a:cubicBezTo>
                    <a:pt x="5434330" y="0"/>
                    <a:pt x="5440426" y="6096"/>
                    <a:pt x="5440426" y="13589"/>
                  </a:cubicBezTo>
                  <a:lnTo>
                    <a:pt x="5440426" y="4451477"/>
                  </a:lnTo>
                  <a:cubicBezTo>
                    <a:pt x="5440426" y="4458970"/>
                    <a:pt x="5434330" y="4465066"/>
                    <a:pt x="5426837" y="4465066"/>
                  </a:cubicBezTo>
                  <a:lnTo>
                    <a:pt x="13589" y="4465066"/>
                  </a:lnTo>
                  <a:cubicBezTo>
                    <a:pt x="6096" y="4465066"/>
                    <a:pt x="0" y="4458970"/>
                    <a:pt x="0" y="4451477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4451477"/>
                  </a:lnTo>
                  <a:lnTo>
                    <a:pt x="13589" y="4451477"/>
                  </a:lnTo>
                  <a:lnTo>
                    <a:pt x="13589" y="4437888"/>
                  </a:lnTo>
                  <a:lnTo>
                    <a:pt x="5426837" y="4437888"/>
                  </a:lnTo>
                  <a:lnTo>
                    <a:pt x="5426837" y="4451477"/>
                  </a:lnTo>
                  <a:lnTo>
                    <a:pt x="5413248" y="4451477"/>
                  </a:lnTo>
                  <a:lnTo>
                    <a:pt x="5413248" y="13589"/>
                  </a:lnTo>
                  <a:lnTo>
                    <a:pt x="5426837" y="13589"/>
                  </a:lnTo>
                  <a:lnTo>
                    <a:pt x="5426837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1ABC9C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9295895" y="6205223"/>
            <a:ext cx="4085339" cy="720347"/>
            <a:chOff x="0" y="0"/>
            <a:chExt cx="5447119" cy="960463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16891" y="16891"/>
              <a:ext cx="5413248" cy="926592"/>
            </a:xfrm>
            <a:custGeom>
              <a:avLst/>
              <a:gdLst/>
              <a:ahLst/>
              <a:cxnLst/>
              <a:rect r="r" b="b" t="t" l="l"/>
              <a:pathLst>
                <a:path h="926592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48F77"/>
            </a:solidFill>
          </p:spPr>
        </p:sp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5447030" cy="960376"/>
            </a:xfrm>
            <a:custGeom>
              <a:avLst/>
              <a:gdLst/>
              <a:ahLst/>
              <a:cxnLst/>
              <a:rect r="r" b="b" t="t" l="l"/>
              <a:pathLst>
                <a:path h="960376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943483"/>
                  </a:lnTo>
                  <a:cubicBezTo>
                    <a:pt x="5447030" y="952881"/>
                    <a:pt x="5439410" y="960374"/>
                    <a:pt x="5430139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5430139" y="926592"/>
                  </a:lnTo>
                  <a:lnTo>
                    <a:pt x="5430139" y="943483"/>
                  </a:lnTo>
                  <a:lnTo>
                    <a:pt x="5413248" y="943483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48F77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9454896" y="6254496"/>
            <a:ext cx="3840480" cy="658368"/>
            <a:chOff x="0" y="0"/>
            <a:chExt cx="5120640" cy="877824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5120640" cy="877824"/>
            </a:xfrm>
            <a:custGeom>
              <a:avLst/>
              <a:gdLst/>
              <a:ahLst/>
              <a:cxnLst/>
              <a:rect r="r" b="b" t="t" l="l"/>
              <a:pathLst>
                <a:path h="877824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47625"/>
              <a:ext cx="512064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Valoracion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9454896" y="7022592"/>
            <a:ext cx="3803904" cy="2340864"/>
            <a:chOff x="0" y="0"/>
            <a:chExt cx="5071872" cy="3121152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5071872" cy="3121152"/>
            </a:xfrm>
            <a:custGeom>
              <a:avLst/>
              <a:gdLst/>
              <a:ahLst/>
              <a:cxnLst/>
              <a:rect r="r" b="b" t="t" l="l"/>
              <a:pathLst>
                <a:path h="3121152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3121152"/>
                  </a:lnTo>
                  <a:lnTo>
                    <a:pt x="0" y="31211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8956" t="0" r="-28956" b="0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95250"/>
              <a:ext cx="5071872" cy="32164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1800">
                  <a:solidFill>
                    <a:srgbClr val="BFC9C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User ratings (1–5 stars) and reviews for sports classes.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3632685" y="6207757"/>
            <a:ext cx="4080253" cy="3348733"/>
            <a:chOff x="0" y="0"/>
            <a:chExt cx="5440337" cy="4464977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13589" y="13589"/>
              <a:ext cx="5413248" cy="4437888"/>
            </a:xfrm>
            <a:custGeom>
              <a:avLst/>
              <a:gdLst/>
              <a:ahLst/>
              <a:cxnLst/>
              <a:rect r="r" b="b" t="t" l="l"/>
              <a:pathLst>
                <a:path h="4437888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4437888"/>
                  </a:lnTo>
                  <a:lnTo>
                    <a:pt x="0" y="4437888"/>
                  </a:lnTo>
                  <a:close/>
                </a:path>
              </a:pathLst>
            </a:custGeom>
            <a:solidFill>
              <a:srgbClr val="1B4F72"/>
            </a:solidFill>
          </p:spPr>
        </p:sp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5440426" cy="4465066"/>
            </a:xfrm>
            <a:custGeom>
              <a:avLst/>
              <a:gdLst/>
              <a:ahLst/>
              <a:cxnLst/>
              <a:rect r="r" b="b" t="t" l="l"/>
              <a:pathLst>
                <a:path h="4465066" w="5440426">
                  <a:moveTo>
                    <a:pt x="13589" y="0"/>
                  </a:moveTo>
                  <a:lnTo>
                    <a:pt x="5426837" y="0"/>
                  </a:lnTo>
                  <a:cubicBezTo>
                    <a:pt x="5434330" y="0"/>
                    <a:pt x="5440426" y="6096"/>
                    <a:pt x="5440426" y="13589"/>
                  </a:cubicBezTo>
                  <a:lnTo>
                    <a:pt x="5440426" y="4451477"/>
                  </a:lnTo>
                  <a:cubicBezTo>
                    <a:pt x="5440426" y="4458970"/>
                    <a:pt x="5434330" y="4465066"/>
                    <a:pt x="5426837" y="4465066"/>
                  </a:cubicBezTo>
                  <a:lnTo>
                    <a:pt x="13589" y="4465066"/>
                  </a:lnTo>
                  <a:cubicBezTo>
                    <a:pt x="6096" y="4465066"/>
                    <a:pt x="0" y="4458970"/>
                    <a:pt x="0" y="4451477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4451477"/>
                  </a:lnTo>
                  <a:lnTo>
                    <a:pt x="13589" y="4451477"/>
                  </a:lnTo>
                  <a:lnTo>
                    <a:pt x="13589" y="4437888"/>
                  </a:lnTo>
                  <a:lnTo>
                    <a:pt x="5426837" y="4437888"/>
                  </a:lnTo>
                  <a:lnTo>
                    <a:pt x="5426837" y="4451477"/>
                  </a:lnTo>
                  <a:lnTo>
                    <a:pt x="5413248" y="4451477"/>
                  </a:lnTo>
                  <a:lnTo>
                    <a:pt x="5413248" y="13589"/>
                  </a:lnTo>
                  <a:lnTo>
                    <a:pt x="5426837" y="13589"/>
                  </a:lnTo>
                  <a:lnTo>
                    <a:pt x="5426837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1ABC9C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3630151" y="6205223"/>
            <a:ext cx="4085339" cy="720347"/>
            <a:chOff x="0" y="0"/>
            <a:chExt cx="5447119" cy="960463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16891" y="16891"/>
              <a:ext cx="5413248" cy="926592"/>
            </a:xfrm>
            <a:custGeom>
              <a:avLst/>
              <a:gdLst/>
              <a:ahLst/>
              <a:cxnLst/>
              <a:rect r="r" b="b" t="t" l="l"/>
              <a:pathLst>
                <a:path h="926592" w="5413248">
                  <a:moveTo>
                    <a:pt x="0" y="0"/>
                  </a:moveTo>
                  <a:lnTo>
                    <a:pt x="5413248" y="0"/>
                  </a:lnTo>
                  <a:lnTo>
                    <a:pt x="5413248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48F77"/>
            </a:solidFill>
          </p:spPr>
        </p:sp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5447030" cy="960376"/>
            </a:xfrm>
            <a:custGeom>
              <a:avLst/>
              <a:gdLst/>
              <a:ahLst/>
              <a:cxnLst/>
              <a:rect r="r" b="b" t="t" l="l"/>
              <a:pathLst>
                <a:path h="960376" w="5447030">
                  <a:moveTo>
                    <a:pt x="16891" y="0"/>
                  </a:moveTo>
                  <a:lnTo>
                    <a:pt x="5430139" y="0"/>
                  </a:lnTo>
                  <a:cubicBezTo>
                    <a:pt x="5439537" y="0"/>
                    <a:pt x="5447030" y="7620"/>
                    <a:pt x="5447030" y="16891"/>
                  </a:cubicBezTo>
                  <a:lnTo>
                    <a:pt x="5447030" y="943483"/>
                  </a:lnTo>
                  <a:cubicBezTo>
                    <a:pt x="5447030" y="952881"/>
                    <a:pt x="5439410" y="960374"/>
                    <a:pt x="5430139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5430139" y="926592"/>
                  </a:lnTo>
                  <a:lnTo>
                    <a:pt x="5430139" y="943483"/>
                  </a:lnTo>
                  <a:lnTo>
                    <a:pt x="5413248" y="943483"/>
                  </a:lnTo>
                  <a:lnTo>
                    <a:pt x="5413248" y="16891"/>
                  </a:lnTo>
                  <a:lnTo>
                    <a:pt x="5430139" y="16891"/>
                  </a:lnTo>
                  <a:lnTo>
                    <a:pt x="543013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48F77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13789152" y="6254496"/>
            <a:ext cx="3840480" cy="658368"/>
            <a:chOff x="0" y="0"/>
            <a:chExt cx="5120640" cy="877824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5120640" cy="877824"/>
            </a:xfrm>
            <a:custGeom>
              <a:avLst/>
              <a:gdLst/>
              <a:ahLst/>
              <a:cxnLst/>
              <a:rect r="r" b="b" t="t" l="l"/>
              <a:pathLst>
                <a:path h="877824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47625"/>
              <a:ext cx="512064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MensajeChat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3789152" y="7022592"/>
            <a:ext cx="3803904" cy="2340864"/>
            <a:chOff x="0" y="0"/>
            <a:chExt cx="5071872" cy="3121152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5071872" cy="3121152"/>
            </a:xfrm>
            <a:custGeom>
              <a:avLst/>
              <a:gdLst/>
              <a:ahLst/>
              <a:cxnLst/>
              <a:rect r="r" b="b" t="t" l="l"/>
              <a:pathLst>
                <a:path h="3121152" w="5071872">
                  <a:moveTo>
                    <a:pt x="0" y="0"/>
                  </a:moveTo>
                  <a:lnTo>
                    <a:pt x="5071872" y="0"/>
                  </a:lnTo>
                  <a:lnTo>
                    <a:pt x="5071872" y="3121152"/>
                  </a:lnTo>
                  <a:lnTo>
                    <a:pt x="0" y="31211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8956" t="0" r="-28956" b="0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95250"/>
              <a:ext cx="5071872" cy="32164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1800">
                  <a:solidFill>
                    <a:srgbClr val="BFC9C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Chat messages linked to a specific class and sender user.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-12697" y="9643367"/>
            <a:ext cx="18313403" cy="656339"/>
            <a:chOff x="0" y="0"/>
            <a:chExt cx="24417871" cy="875119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16891" y="16891"/>
              <a:ext cx="24383999" cy="841248"/>
            </a:xfrm>
            <a:custGeom>
              <a:avLst/>
              <a:gdLst/>
              <a:ahLst/>
              <a:cxnLst/>
              <a:rect r="r" b="b" t="t" l="l"/>
              <a:pathLst>
                <a:path h="84124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841248"/>
                  </a:lnTo>
                  <a:lnTo>
                    <a:pt x="0" y="841248"/>
                  </a:lnTo>
                  <a:close/>
                </a:path>
              </a:pathLst>
            </a:custGeom>
            <a:solidFill>
              <a:srgbClr val="148F77"/>
            </a:solidFill>
          </p:spPr>
        </p:sp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24417782" cy="875032"/>
            </a:xfrm>
            <a:custGeom>
              <a:avLst/>
              <a:gdLst/>
              <a:ahLst/>
              <a:cxnLst/>
              <a:rect r="r" b="b" t="t" l="l"/>
              <a:pathLst>
                <a:path h="87503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858139"/>
                  </a:lnTo>
                  <a:cubicBezTo>
                    <a:pt x="24417782" y="867537"/>
                    <a:pt x="24410163" y="875030"/>
                    <a:pt x="24400890" y="875030"/>
                  </a:cubicBezTo>
                  <a:lnTo>
                    <a:pt x="16891" y="875030"/>
                  </a:lnTo>
                  <a:cubicBezTo>
                    <a:pt x="7620" y="875157"/>
                    <a:pt x="0" y="867537"/>
                    <a:pt x="0" y="8581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58139"/>
                  </a:lnTo>
                  <a:lnTo>
                    <a:pt x="16891" y="858139"/>
                  </a:lnTo>
                  <a:lnTo>
                    <a:pt x="16891" y="841248"/>
                  </a:lnTo>
                  <a:lnTo>
                    <a:pt x="24400890" y="841248"/>
                  </a:lnTo>
                  <a:lnTo>
                    <a:pt x="24400890" y="858139"/>
                  </a:lnTo>
                  <a:lnTo>
                    <a:pt x="24384000" y="8581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48F77"/>
            </a:solid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548640" y="9656064"/>
            <a:ext cx="17373600" cy="630936"/>
            <a:chOff x="0" y="0"/>
            <a:chExt cx="23164800" cy="841248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23164800" cy="841248"/>
            </a:xfrm>
            <a:custGeom>
              <a:avLst/>
              <a:gdLst/>
              <a:ahLst/>
              <a:cxnLst/>
              <a:rect r="r" b="b" t="t" l="l"/>
              <a:pathLst>
                <a:path h="841248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6544" r="0" b="-486544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38100"/>
              <a:ext cx="23164800" cy="8793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DataStore connects to MySQL or falls back to local in-memory data  ·  DBUtil handles all JDBC connection management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950976"/>
            <a:chOff x="0" y="0"/>
            <a:chExt cx="21945600" cy="12679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7241" r="0" b="-28724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21945600" cy="13822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USER ROLES &amp; ACCESS CONTROL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499616"/>
            <a:ext cx="16459200" cy="548640"/>
            <a:chOff x="0" y="0"/>
            <a:chExt cx="219456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19456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7F8C8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Three distinct user types with differentiated permissions and views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2856" y="2362200"/>
            <a:ext cx="5334000" cy="7345680"/>
            <a:chOff x="0" y="0"/>
            <a:chExt cx="7112000" cy="97942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20320" y="20320"/>
              <a:ext cx="7071360" cy="9753600"/>
            </a:xfrm>
            <a:custGeom>
              <a:avLst/>
              <a:gdLst/>
              <a:ahLst/>
              <a:cxnLst/>
              <a:rect r="r" b="b" t="t" l="l"/>
              <a:pathLst>
                <a:path h="975360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9753600"/>
                  </a:lnTo>
                  <a:lnTo>
                    <a:pt x="0" y="9753600"/>
                  </a:lnTo>
                  <a:close/>
                </a:path>
              </a:pathLst>
            </a:custGeom>
            <a:solidFill>
              <a:srgbClr val="FDEDEC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112000" cy="9794240"/>
            </a:xfrm>
            <a:custGeom>
              <a:avLst/>
              <a:gdLst/>
              <a:ahLst/>
              <a:cxnLst/>
              <a:rect r="r" b="b" t="t" l="l"/>
              <a:pathLst>
                <a:path h="9794240" w="7112000">
                  <a:moveTo>
                    <a:pt x="20320" y="0"/>
                  </a:moveTo>
                  <a:lnTo>
                    <a:pt x="7091680" y="0"/>
                  </a:lnTo>
                  <a:cubicBezTo>
                    <a:pt x="7102856" y="0"/>
                    <a:pt x="7112000" y="9144"/>
                    <a:pt x="7112000" y="20320"/>
                  </a:cubicBezTo>
                  <a:lnTo>
                    <a:pt x="7112000" y="9773920"/>
                  </a:lnTo>
                  <a:cubicBezTo>
                    <a:pt x="7112000" y="9785096"/>
                    <a:pt x="7102856" y="9794240"/>
                    <a:pt x="7091680" y="9794240"/>
                  </a:cubicBezTo>
                  <a:lnTo>
                    <a:pt x="20320" y="9794240"/>
                  </a:lnTo>
                  <a:cubicBezTo>
                    <a:pt x="9144" y="9794240"/>
                    <a:pt x="0" y="9785096"/>
                    <a:pt x="0" y="9773920"/>
                  </a:cubicBezTo>
                  <a:lnTo>
                    <a:pt x="0" y="20320"/>
                  </a:lnTo>
                  <a:cubicBezTo>
                    <a:pt x="0" y="9144"/>
                    <a:pt x="9144" y="0"/>
                    <a:pt x="20320" y="0"/>
                  </a:cubicBezTo>
                  <a:moveTo>
                    <a:pt x="20320" y="40640"/>
                  </a:moveTo>
                  <a:lnTo>
                    <a:pt x="20320" y="20320"/>
                  </a:lnTo>
                  <a:lnTo>
                    <a:pt x="40640" y="20320"/>
                  </a:lnTo>
                  <a:lnTo>
                    <a:pt x="40640" y="9773920"/>
                  </a:lnTo>
                  <a:lnTo>
                    <a:pt x="20320" y="9773920"/>
                  </a:lnTo>
                  <a:lnTo>
                    <a:pt x="20320" y="9753600"/>
                  </a:lnTo>
                  <a:lnTo>
                    <a:pt x="7091680" y="9753600"/>
                  </a:lnTo>
                  <a:lnTo>
                    <a:pt x="7091680" y="9773920"/>
                  </a:lnTo>
                  <a:lnTo>
                    <a:pt x="7071361" y="9773920"/>
                  </a:lnTo>
                  <a:lnTo>
                    <a:pt x="7071361" y="20320"/>
                  </a:lnTo>
                  <a:lnTo>
                    <a:pt x="7091680" y="20320"/>
                  </a:lnTo>
                  <a:lnTo>
                    <a:pt x="7091680" y="40640"/>
                  </a:lnTo>
                  <a:lnTo>
                    <a:pt x="20320" y="40640"/>
                  </a:lnTo>
                  <a:close/>
                </a:path>
              </a:pathLst>
            </a:custGeom>
            <a:solidFill>
              <a:srgbClr val="E74C3C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755399" y="2364743"/>
            <a:ext cx="5328923" cy="1397003"/>
            <a:chOff x="0" y="0"/>
            <a:chExt cx="7105231" cy="18626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70713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C0392B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105142" cy="1862582"/>
            </a:xfrm>
            <a:custGeom>
              <a:avLst/>
              <a:gdLst/>
              <a:ahLst/>
              <a:cxnLst/>
              <a:rect r="r" b="b" t="t" l="l"/>
              <a:pathLst>
                <a:path h="1862582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1845691"/>
                  </a:lnTo>
                  <a:cubicBezTo>
                    <a:pt x="7105142" y="1855089"/>
                    <a:pt x="7097522" y="1862582"/>
                    <a:pt x="7088251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7088251" y="1828800"/>
                  </a:lnTo>
                  <a:lnTo>
                    <a:pt x="7088251" y="1845691"/>
                  </a:lnTo>
                  <a:lnTo>
                    <a:pt x="7071360" y="184569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C0392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50976" y="2377440"/>
            <a:ext cx="4937760" cy="1371600"/>
            <a:chOff x="0" y="0"/>
            <a:chExt cx="6583680" cy="1828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5836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6583680" cy="1885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👑  ADMIN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42416" y="3986784"/>
            <a:ext cx="4846320" cy="914400"/>
            <a:chOff x="0" y="0"/>
            <a:chExt cx="6461760" cy="1219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4617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270" r="0" b="-5327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646176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Manage all users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42416" y="5010912"/>
            <a:ext cx="4846320" cy="914400"/>
            <a:chOff x="0" y="0"/>
            <a:chExt cx="6461760" cy="1219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4617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270" r="0" b="-5327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646176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Create / edit / delete classes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42416" y="6035040"/>
            <a:ext cx="4846320" cy="914400"/>
            <a:chOff x="0" y="0"/>
            <a:chExt cx="6461760" cy="1219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4617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270" r="0" b="-5327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646176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Assign teacher roles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42416" y="7059168"/>
            <a:ext cx="4846320" cy="914400"/>
            <a:chOff x="0" y="0"/>
            <a:chExt cx="6461760" cy="1219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4617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270" r="0" b="-5327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646176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Full platform oversight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42416" y="8083296"/>
            <a:ext cx="4846320" cy="914400"/>
            <a:chOff x="0" y="0"/>
            <a:chExt cx="6461760" cy="12192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4617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270" r="0" b="-5327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646176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Access admin control panel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458712" y="2362200"/>
            <a:ext cx="5334000" cy="7345680"/>
            <a:chOff x="0" y="0"/>
            <a:chExt cx="7112000" cy="97942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20320" y="20320"/>
              <a:ext cx="7071360" cy="9753600"/>
            </a:xfrm>
            <a:custGeom>
              <a:avLst/>
              <a:gdLst/>
              <a:ahLst/>
              <a:cxnLst/>
              <a:rect r="r" b="b" t="t" l="l"/>
              <a:pathLst>
                <a:path h="975360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9753600"/>
                  </a:lnTo>
                  <a:lnTo>
                    <a:pt x="0" y="9753600"/>
                  </a:lnTo>
                  <a:close/>
                </a:path>
              </a:pathLst>
            </a:custGeom>
            <a:solidFill>
              <a:srgbClr val="EAF2FF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112000" cy="9794240"/>
            </a:xfrm>
            <a:custGeom>
              <a:avLst/>
              <a:gdLst/>
              <a:ahLst/>
              <a:cxnLst/>
              <a:rect r="r" b="b" t="t" l="l"/>
              <a:pathLst>
                <a:path h="9794240" w="7112000">
                  <a:moveTo>
                    <a:pt x="20320" y="0"/>
                  </a:moveTo>
                  <a:lnTo>
                    <a:pt x="7091680" y="0"/>
                  </a:lnTo>
                  <a:cubicBezTo>
                    <a:pt x="7102856" y="0"/>
                    <a:pt x="7112000" y="9144"/>
                    <a:pt x="7112000" y="20320"/>
                  </a:cubicBezTo>
                  <a:lnTo>
                    <a:pt x="7112000" y="9773920"/>
                  </a:lnTo>
                  <a:cubicBezTo>
                    <a:pt x="7112000" y="9785096"/>
                    <a:pt x="7102856" y="9794240"/>
                    <a:pt x="7091680" y="9794240"/>
                  </a:cubicBezTo>
                  <a:lnTo>
                    <a:pt x="20320" y="9794240"/>
                  </a:lnTo>
                  <a:cubicBezTo>
                    <a:pt x="9144" y="9794240"/>
                    <a:pt x="0" y="9785096"/>
                    <a:pt x="0" y="9773920"/>
                  </a:cubicBezTo>
                  <a:lnTo>
                    <a:pt x="0" y="20320"/>
                  </a:lnTo>
                  <a:cubicBezTo>
                    <a:pt x="0" y="9144"/>
                    <a:pt x="9144" y="0"/>
                    <a:pt x="20320" y="0"/>
                  </a:cubicBezTo>
                  <a:moveTo>
                    <a:pt x="20320" y="40640"/>
                  </a:moveTo>
                  <a:lnTo>
                    <a:pt x="20320" y="20320"/>
                  </a:lnTo>
                  <a:lnTo>
                    <a:pt x="40640" y="20320"/>
                  </a:lnTo>
                  <a:lnTo>
                    <a:pt x="40640" y="9773920"/>
                  </a:lnTo>
                  <a:lnTo>
                    <a:pt x="20320" y="9773920"/>
                  </a:lnTo>
                  <a:lnTo>
                    <a:pt x="20320" y="9753600"/>
                  </a:lnTo>
                  <a:lnTo>
                    <a:pt x="7091680" y="9753600"/>
                  </a:lnTo>
                  <a:lnTo>
                    <a:pt x="7091680" y="9773920"/>
                  </a:lnTo>
                  <a:lnTo>
                    <a:pt x="7071361" y="9773920"/>
                  </a:lnTo>
                  <a:lnTo>
                    <a:pt x="7071361" y="20320"/>
                  </a:lnTo>
                  <a:lnTo>
                    <a:pt x="7091680" y="20320"/>
                  </a:lnTo>
                  <a:lnTo>
                    <a:pt x="7091680" y="40640"/>
                  </a:lnTo>
                  <a:lnTo>
                    <a:pt x="20320" y="40640"/>
                  </a:lnTo>
                  <a:close/>
                </a:path>
              </a:pathLst>
            </a:custGeom>
            <a:solidFill>
              <a:srgbClr val="2980B9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6461255" y="2364743"/>
            <a:ext cx="5328923" cy="1397003"/>
            <a:chOff x="0" y="0"/>
            <a:chExt cx="7105231" cy="186267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70713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1A5276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105142" cy="1862582"/>
            </a:xfrm>
            <a:custGeom>
              <a:avLst/>
              <a:gdLst/>
              <a:ahLst/>
              <a:cxnLst/>
              <a:rect r="r" b="b" t="t" l="l"/>
              <a:pathLst>
                <a:path h="1862582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1845691"/>
                  </a:lnTo>
                  <a:cubicBezTo>
                    <a:pt x="7105142" y="1855089"/>
                    <a:pt x="7097522" y="1862582"/>
                    <a:pt x="7088251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7088251" y="1828800"/>
                  </a:lnTo>
                  <a:lnTo>
                    <a:pt x="7088251" y="1845691"/>
                  </a:lnTo>
                  <a:lnTo>
                    <a:pt x="7071360" y="184569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5276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6656832" y="2377440"/>
            <a:ext cx="4937760" cy="1371600"/>
            <a:chOff x="0" y="0"/>
            <a:chExt cx="6583680" cy="1828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5836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6583680" cy="1885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🏋️  TEACHER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748272" y="3986784"/>
            <a:ext cx="4846320" cy="914400"/>
            <a:chOff x="0" y="0"/>
            <a:chExt cx="6461760" cy="12192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4617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270" r="0" b="-5327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646176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Create own sports classes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6748272" y="5010912"/>
            <a:ext cx="4846320" cy="914400"/>
            <a:chOff x="0" y="0"/>
            <a:chExt cx="6461760" cy="12192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4617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270" r="0" b="-5327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646176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View enrolled students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6748272" y="6035040"/>
            <a:ext cx="4846320" cy="914400"/>
            <a:chOff x="0" y="0"/>
            <a:chExt cx="6461760" cy="12192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4617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270" r="0" b="-5327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646176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Manage class schedule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748272" y="7059168"/>
            <a:ext cx="4846320" cy="914400"/>
            <a:chOff x="0" y="0"/>
            <a:chExt cx="6461760" cy="12192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4617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270" r="0" b="-5327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646176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Access teacher panel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748272" y="8083296"/>
            <a:ext cx="4846320" cy="914400"/>
            <a:chOff x="0" y="0"/>
            <a:chExt cx="6461760" cy="12192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4617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270" r="0" b="-5327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646176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Communicate via class chat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2164568" y="2362200"/>
            <a:ext cx="5334000" cy="7345680"/>
            <a:chOff x="0" y="0"/>
            <a:chExt cx="7112000" cy="97942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20320" y="20320"/>
              <a:ext cx="7071360" cy="9753600"/>
            </a:xfrm>
            <a:custGeom>
              <a:avLst/>
              <a:gdLst/>
              <a:ahLst/>
              <a:cxnLst/>
              <a:rect r="r" b="b" t="t" l="l"/>
              <a:pathLst>
                <a:path h="975360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9753600"/>
                  </a:lnTo>
                  <a:lnTo>
                    <a:pt x="0" y="9753600"/>
                  </a:lnTo>
                  <a:close/>
                </a:path>
              </a:pathLst>
            </a:custGeom>
            <a:solidFill>
              <a:srgbClr val="E9F7F5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112000" cy="9794240"/>
            </a:xfrm>
            <a:custGeom>
              <a:avLst/>
              <a:gdLst/>
              <a:ahLst/>
              <a:cxnLst/>
              <a:rect r="r" b="b" t="t" l="l"/>
              <a:pathLst>
                <a:path h="9794240" w="7112000">
                  <a:moveTo>
                    <a:pt x="20320" y="0"/>
                  </a:moveTo>
                  <a:lnTo>
                    <a:pt x="7091680" y="0"/>
                  </a:lnTo>
                  <a:cubicBezTo>
                    <a:pt x="7102856" y="0"/>
                    <a:pt x="7112000" y="9144"/>
                    <a:pt x="7112000" y="20320"/>
                  </a:cubicBezTo>
                  <a:lnTo>
                    <a:pt x="7112000" y="9773920"/>
                  </a:lnTo>
                  <a:cubicBezTo>
                    <a:pt x="7112000" y="9785096"/>
                    <a:pt x="7102856" y="9794240"/>
                    <a:pt x="7091680" y="9794240"/>
                  </a:cubicBezTo>
                  <a:lnTo>
                    <a:pt x="20320" y="9794240"/>
                  </a:lnTo>
                  <a:cubicBezTo>
                    <a:pt x="9144" y="9794240"/>
                    <a:pt x="0" y="9785096"/>
                    <a:pt x="0" y="9773920"/>
                  </a:cubicBezTo>
                  <a:lnTo>
                    <a:pt x="0" y="20320"/>
                  </a:lnTo>
                  <a:cubicBezTo>
                    <a:pt x="0" y="9144"/>
                    <a:pt x="9144" y="0"/>
                    <a:pt x="20320" y="0"/>
                  </a:cubicBezTo>
                  <a:moveTo>
                    <a:pt x="20320" y="40640"/>
                  </a:moveTo>
                  <a:lnTo>
                    <a:pt x="20320" y="20320"/>
                  </a:lnTo>
                  <a:lnTo>
                    <a:pt x="40640" y="20320"/>
                  </a:lnTo>
                  <a:lnTo>
                    <a:pt x="40640" y="9773920"/>
                  </a:lnTo>
                  <a:lnTo>
                    <a:pt x="20320" y="9773920"/>
                  </a:lnTo>
                  <a:lnTo>
                    <a:pt x="20320" y="9753600"/>
                  </a:lnTo>
                  <a:lnTo>
                    <a:pt x="7091680" y="9753600"/>
                  </a:lnTo>
                  <a:lnTo>
                    <a:pt x="7091680" y="9773920"/>
                  </a:lnTo>
                  <a:lnTo>
                    <a:pt x="7071361" y="9773920"/>
                  </a:lnTo>
                  <a:lnTo>
                    <a:pt x="7071361" y="20320"/>
                  </a:lnTo>
                  <a:lnTo>
                    <a:pt x="7091680" y="20320"/>
                  </a:lnTo>
                  <a:lnTo>
                    <a:pt x="7091680" y="40640"/>
                  </a:lnTo>
                  <a:lnTo>
                    <a:pt x="20320" y="40640"/>
                  </a:lnTo>
                  <a:close/>
                </a:path>
              </a:pathLst>
            </a:custGeom>
            <a:solidFill>
              <a:srgbClr val="1ABC9C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2167111" y="2364743"/>
            <a:ext cx="5328923" cy="1397003"/>
            <a:chOff x="0" y="0"/>
            <a:chExt cx="7105231" cy="186267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70713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117A65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105142" cy="1862582"/>
            </a:xfrm>
            <a:custGeom>
              <a:avLst/>
              <a:gdLst/>
              <a:ahLst/>
              <a:cxnLst/>
              <a:rect r="r" b="b" t="t" l="l"/>
              <a:pathLst>
                <a:path h="1862582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1845691"/>
                  </a:lnTo>
                  <a:cubicBezTo>
                    <a:pt x="7105142" y="1855089"/>
                    <a:pt x="7097522" y="1862582"/>
                    <a:pt x="7088251" y="1862582"/>
                  </a:cubicBezTo>
                  <a:lnTo>
                    <a:pt x="16891" y="1862582"/>
                  </a:lnTo>
                  <a:cubicBezTo>
                    <a:pt x="7493" y="1862582"/>
                    <a:pt x="0" y="1854962"/>
                    <a:pt x="0" y="1845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845691"/>
                  </a:lnTo>
                  <a:lnTo>
                    <a:pt x="16891" y="1845691"/>
                  </a:lnTo>
                  <a:lnTo>
                    <a:pt x="16891" y="1828800"/>
                  </a:lnTo>
                  <a:lnTo>
                    <a:pt x="7088251" y="1828800"/>
                  </a:lnTo>
                  <a:lnTo>
                    <a:pt x="7088251" y="1845691"/>
                  </a:lnTo>
                  <a:lnTo>
                    <a:pt x="7071360" y="184569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7A65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2362688" y="2377440"/>
            <a:ext cx="4937760" cy="1371600"/>
            <a:chOff x="0" y="0"/>
            <a:chExt cx="6583680" cy="18288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5836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57150"/>
              <a:ext cx="6583680" cy="1885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840"/>
                </a:lnSpc>
              </a:pPr>
              <a:r>
                <a:rPr lang="en-US" sz="3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🎽  STUDENT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2454128" y="3986784"/>
            <a:ext cx="4846320" cy="914400"/>
            <a:chOff x="0" y="0"/>
            <a:chExt cx="6461760" cy="12192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4617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270" r="0" b="-5327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646176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Browse &amp; enroll in classes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2454128" y="5010912"/>
            <a:ext cx="4846320" cy="914400"/>
            <a:chOff x="0" y="0"/>
            <a:chExt cx="6461760" cy="12192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64617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270" r="0" b="-5327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47625"/>
              <a:ext cx="646176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Buy products in the shop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2454128" y="6035040"/>
            <a:ext cx="4846320" cy="914400"/>
            <a:chOff x="0" y="0"/>
            <a:chExt cx="6461760" cy="121920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4617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270" r="0" b="-5327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646176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Rate sports classes (1–5)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2454128" y="7059168"/>
            <a:ext cx="4846320" cy="914400"/>
            <a:chOff x="0" y="0"/>
            <a:chExt cx="6461760" cy="12192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4617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270" r="0" b="-5327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646176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Chat within enrolled class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2454128" y="8083296"/>
            <a:ext cx="4846320" cy="914400"/>
            <a:chOff x="0" y="0"/>
            <a:chExt cx="6461760" cy="12192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46176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461760">
                  <a:moveTo>
                    <a:pt x="0" y="0"/>
                  </a:moveTo>
                  <a:lnTo>
                    <a:pt x="6461760" y="0"/>
                  </a:lnTo>
                  <a:lnTo>
                    <a:pt x="646176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270" r="0" b="-5327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6461760" cy="1266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2C3E5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View own purchase history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12064"/>
            <a:ext cx="16459200" cy="950976"/>
            <a:chOff x="0" y="0"/>
            <a:chExt cx="21945600" cy="12679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7241" r="0" b="-28724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1945600" cy="13917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FEATURES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463040"/>
            <a:ext cx="16459200" cy="548640"/>
            <a:chOff x="0" y="0"/>
            <a:chExt cx="219456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19456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1ABC9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Core functional areas of the SportConnect platform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7324" y="2333244"/>
            <a:ext cx="8336280" cy="3526536"/>
            <a:chOff x="0" y="0"/>
            <a:chExt cx="11115040" cy="47020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0160" y="10160"/>
              <a:ext cx="11094720" cy="4681728"/>
            </a:xfrm>
            <a:custGeom>
              <a:avLst/>
              <a:gdLst/>
              <a:ahLst/>
              <a:cxnLst/>
              <a:rect r="r" b="b" t="t" l="l"/>
              <a:pathLst>
                <a:path h="4681728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4681728"/>
                  </a:lnTo>
                  <a:lnTo>
                    <a:pt x="0" y="4681728"/>
                  </a:lnTo>
                  <a:close/>
                </a:path>
              </a:pathLst>
            </a:custGeom>
            <a:solidFill>
              <a:srgbClr val="1B4F72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115040" cy="4702048"/>
            </a:xfrm>
            <a:custGeom>
              <a:avLst/>
              <a:gdLst/>
              <a:ahLst/>
              <a:cxnLst/>
              <a:rect r="r" b="b" t="t" l="l"/>
              <a:pathLst>
                <a:path h="4702048" w="11115040">
                  <a:moveTo>
                    <a:pt x="10160" y="0"/>
                  </a:moveTo>
                  <a:lnTo>
                    <a:pt x="11104880" y="0"/>
                  </a:lnTo>
                  <a:cubicBezTo>
                    <a:pt x="11110468" y="0"/>
                    <a:pt x="11115040" y="4572"/>
                    <a:pt x="11115040" y="10160"/>
                  </a:cubicBezTo>
                  <a:lnTo>
                    <a:pt x="11115040" y="4691888"/>
                  </a:lnTo>
                  <a:cubicBezTo>
                    <a:pt x="11115040" y="4697476"/>
                    <a:pt x="11110468" y="4702048"/>
                    <a:pt x="11104880" y="4702048"/>
                  </a:cubicBezTo>
                  <a:lnTo>
                    <a:pt x="10160" y="4702048"/>
                  </a:lnTo>
                  <a:cubicBezTo>
                    <a:pt x="4572" y="4702048"/>
                    <a:pt x="0" y="4697476"/>
                    <a:pt x="0" y="4691888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4691888"/>
                  </a:lnTo>
                  <a:lnTo>
                    <a:pt x="10160" y="4691888"/>
                  </a:lnTo>
                  <a:lnTo>
                    <a:pt x="10160" y="4681728"/>
                  </a:lnTo>
                  <a:lnTo>
                    <a:pt x="11104880" y="4681728"/>
                  </a:lnTo>
                  <a:lnTo>
                    <a:pt x="11104880" y="4691888"/>
                  </a:lnTo>
                  <a:lnTo>
                    <a:pt x="11094720" y="4691888"/>
                  </a:lnTo>
                  <a:lnTo>
                    <a:pt x="11094720" y="10160"/>
                  </a:lnTo>
                  <a:lnTo>
                    <a:pt x="11104880" y="10160"/>
                  </a:lnTo>
                  <a:lnTo>
                    <a:pt x="11104880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1ABC9C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56567" y="3242567"/>
            <a:ext cx="1342139" cy="1342139"/>
            <a:chOff x="0" y="0"/>
            <a:chExt cx="1789519" cy="178951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755648" cy="1755648"/>
            </a:xfrm>
            <a:custGeom>
              <a:avLst/>
              <a:gdLst/>
              <a:ahLst/>
              <a:cxnLst/>
              <a:rect r="r" b="b" t="t" l="l"/>
              <a:pathLst>
                <a:path h="1755648" w="1755648">
                  <a:moveTo>
                    <a:pt x="0" y="877824"/>
                  </a:moveTo>
                  <a:cubicBezTo>
                    <a:pt x="0" y="393065"/>
                    <a:pt x="393065" y="0"/>
                    <a:pt x="877824" y="0"/>
                  </a:cubicBezTo>
                  <a:cubicBezTo>
                    <a:pt x="1362583" y="0"/>
                    <a:pt x="1755648" y="393065"/>
                    <a:pt x="1755648" y="877824"/>
                  </a:cubicBezTo>
                  <a:cubicBezTo>
                    <a:pt x="1755648" y="1362583"/>
                    <a:pt x="1362583" y="1755648"/>
                    <a:pt x="877824" y="1755648"/>
                  </a:cubicBezTo>
                  <a:cubicBezTo>
                    <a:pt x="393065" y="1755648"/>
                    <a:pt x="0" y="1362710"/>
                    <a:pt x="0" y="877824"/>
                  </a:cubicBez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89430" cy="1789430"/>
            </a:xfrm>
            <a:custGeom>
              <a:avLst/>
              <a:gdLst/>
              <a:ahLst/>
              <a:cxnLst/>
              <a:rect r="r" b="b" t="t" l="l"/>
              <a:pathLst>
                <a:path h="1789430" w="1789430">
                  <a:moveTo>
                    <a:pt x="0" y="894715"/>
                  </a:moveTo>
                  <a:cubicBezTo>
                    <a:pt x="0" y="400558"/>
                    <a:pt x="400558" y="0"/>
                    <a:pt x="894715" y="0"/>
                  </a:cubicBezTo>
                  <a:lnTo>
                    <a:pt x="894715" y="16891"/>
                  </a:lnTo>
                  <a:lnTo>
                    <a:pt x="894715" y="0"/>
                  </a:lnTo>
                  <a:cubicBezTo>
                    <a:pt x="1388872" y="0"/>
                    <a:pt x="1789430" y="400558"/>
                    <a:pt x="1789430" y="894715"/>
                  </a:cubicBezTo>
                  <a:lnTo>
                    <a:pt x="1772539" y="894715"/>
                  </a:lnTo>
                  <a:lnTo>
                    <a:pt x="1789430" y="894715"/>
                  </a:lnTo>
                  <a:cubicBezTo>
                    <a:pt x="1789430" y="1388872"/>
                    <a:pt x="1388872" y="1789430"/>
                    <a:pt x="894715" y="1789430"/>
                  </a:cubicBezTo>
                  <a:lnTo>
                    <a:pt x="894715" y="1772539"/>
                  </a:lnTo>
                  <a:lnTo>
                    <a:pt x="894715" y="1789430"/>
                  </a:lnTo>
                  <a:cubicBezTo>
                    <a:pt x="400558" y="1789557"/>
                    <a:pt x="0" y="1388872"/>
                    <a:pt x="0" y="894715"/>
                  </a:cubicBezTo>
                  <a:lnTo>
                    <a:pt x="16891" y="894715"/>
                  </a:lnTo>
                  <a:lnTo>
                    <a:pt x="31242" y="903732"/>
                  </a:lnTo>
                  <a:cubicBezTo>
                    <a:pt x="27178" y="910082"/>
                    <a:pt x="19431" y="913003"/>
                    <a:pt x="12192" y="910971"/>
                  </a:cubicBezTo>
                  <a:cubicBezTo>
                    <a:pt x="4953" y="908939"/>
                    <a:pt x="0" y="902335"/>
                    <a:pt x="0" y="894715"/>
                  </a:cubicBezTo>
                  <a:moveTo>
                    <a:pt x="33909" y="894715"/>
                  </a:moveTo>
                  <a:lnTo>
                    <a:pt x="16891" y="894715"/>
                  </a:lnTo>
                  <a:lnTo>
                    <a:pt x="2667" y="885698"/>
                  </a:lnTo>
                  <a:cubicBezTo>
                    <a:pt x="6731" y="879348"/>
                    <a:pt x="14478" y="876427"/>
                    <a:pt x="21717" y="878459"/>
                  </a:cubicBezTo>
                  <a:cubicBezTo>
                    <a:pt x="28956" y="880491"/>
                    <a:pt x="33909" y="887222"/>
                    <a:pt x="33909" y="894715"/>
                  </a:cubicBezTo>
                  <a:cubicBezTo>
                    <a:pt x="33909" y="1370203"/>
                    <a:pt x="419354" y="1755648"/>
                    <a:pt x="894842" y="1755648"/>
                  </a:cubicBezTo>
                  <a:cubicBezTo>
                    <a:pt x="1370330" y="1755648"/>
                    <a:pt x="1755775" y="1370203"/>
                    <a:pt x="1755775" y="894715"/>
                  </a:cubicBezTo>
                  <a:cubicBezTo>
                    <a:pt x="1755775" y="419227"/>
                    <a:pt x="1370330" y="33782"/>
                    <a:pt x="894842" y="33782"/>
                  </a:cubicBezTo>
                  <a:lnTo>
                    <a:pt x="894842" y="16891"/>
                  </a:lnTo>
                  <a:lnTo>
                    <a:pt x="894842" y="33909"/>
                  </a:lnTo>
                  <a:cubicBezTo>
                    <a:pt x="419354" y="33909"/>
                    <a:pt x="33909" y="419354"/>
                    <a:pt x="33909" y="894715"/>
                  </a:cubicBez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97280" y="3383280"/>
            <a:ext cx="1060704" cy="1060704"/>
            <a:chOff x="0" y="0"/>
            <a:chExt cx="1414272" cy="1414272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1414272" cy="1414272"/>
            </a:xfrm>
            <a:custGeom>
              <a:avLst/>
              <a:gdLst/>
              <a:ahLst/>
              <a:cxnLst/>
              <a:rect r="r" b="b" t="t" l="l"/>
              <a:pathLst>
                <a:path h="1414272" w="1414272">
                  <a:moveTo>
                    <a:pt x="0" y="0"/>
                  </a:moveTo>
                  <a:lnTo>
                    <a:pt x="1414272" y="0"/>
                  </a:lnTo>
                  <a:lnTo>
                    <a:pt x="1414272" y="1414272"/>
                  </a:lnTo>
                  <a:lnTo>
                    <a:pt x="0" y="1414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523744" y="2487168"/>
            <a:ext cx="6217920" cy="768096"/>
            <a:chOff x="0" y="0"/>
            <a:chExt cx="8290560" cy="102412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2905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736" r="0" b="-10773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829056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Sports Classes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523744" y="3255264"/>
            <a:ext cx="6309360" cy="603504"/>
            <a:chOff x="0" y="0"/>
            <a:chExt cx="8412480" cy="80467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412480" cy="804672"/>
            </a:xfrm>
            <a:custGeom>
              <a:avLst/>
              <a:gdLst/>
              <a:ahLst/>
              <a:cxnLst/>
              <a:rect r="r" b="b" t="t" l="l"/>
              <a:pathLst>
                <a:path h="804672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707" r="0" b="-15370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841248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58470" indent="-229235" lvl="1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BFC9C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Browse classes by sport and level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523744" y="3895344"/>
            <a:ext cx="6309360" cy="603504"/>
            <a:chOff x="0" y="0"/>
            <a:chExt cx="8412480" cy="80467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412480" cy="804672"/>
            </a:xfrm>
            <a:custGeom>
              <a:avLst/>
              <a:gdLst/>
              <a:ahLst/>
              <a:cxnLst/>
              <a:rect r="r" b="b" t="t" l="l"/>
              <a:pathLst>
                <a:path h="804672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707" r="0" b="-15370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841248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58470" indent="-229235" lvl="1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BFC9C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Filter premium vs free sessions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523744" y="4535424"/>
            <a:ext cx="6309360" cy="603504"/>
            <a:chOff x="0" y="0"/>
            <a:chExt cx="8412480" cy="80467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412480" cy="804672"/>
            </a:xfrm>
            <a:custGeom>
              <a:avLst/>
              <a:gdLst/>
              <a:ahLst/>
              <a:cxnLst/>
              <a:rect r="r" b="b" t="t" l="l"/>
              <a:pathLst>
                <a:path h="804672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707" r="0" b="-153707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841248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58470" indent="-229235" lvl="1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BFC9C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Enroll — places tracked in real time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2523744" y="5175504"/>
            <a:ext cx="6309360" cy="603504"/>
            <a:chOff x="0" y="0"/>
            <a:chExt cx="8412480" cy="80467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412480" cy="804672"/>
            </a:xfrm>
            <a:custGeom>
              <a:avLst/>
              <a:gdLst/>
              <a:ahLst/>
              <a:cxnLst/>
              <a:rect r="r" b="b" t="t" l="l"/>
              <a:pathLst>
                <a:path h="804672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707" r="0" b="-15370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841248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58470" indent="-229235" lvl="1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BFC9C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Teachers create and manage own classes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428988" y="2333244"/>
            <a:ext cx="8336280" cy="3526536"/>
            <a:chOff x="0" y="0"/>
            <a:chExt cx="11115040" cy="470204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10160" y="10160"/>
              <a:ext cx="11094720" cy="4681728"/>
            </a:xfrm>
            <a:custGeom>
              <a:avLst/>
              <a:gdLst/>
              <a:ahLst/>
              <a:cxnLst/>
              <a:rect r="r" b="b" t="t" l="l"/>
              <a:pathLst>
                <a:path h="4681728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4681728"/>
                  </a:lnTo>
                  <a:lnTo>
                    <a:pt x="0" y="4681728"/>
                  </a:lnTo>
                  <a:close/>
                </a:path>
              </a:pathLst>
            </a:custGeom>
            <a:solidFill>
              <a:srgbClr val="17202A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115040" cy="4702048"/>
            </a:xfrm>
            <a:custGeom>
              <a:avLst/>
              <a:gdLst/>
              <a:ahLst/>
              <a:cxnLst/>
              <a:rect r="r" b="b" t="t" l="l"/>
              <a:pathLst>
                <a:path h="4702048" w="11115040">
                  <a:moveTo>
                    <a:pt x="10160" y="0"/>
                  </a:moveTo>
                  <a:lnTo>
                    <a:pt x="11104880" y="0"/>
                  </a:lnTo>
                  <a:cubicBezTo>
                    <a:pt x="11110468" y="0"/>
                    <a:pt x="11115040" y="4572"/>
                    <a:pt x="11115040" y="10160"/>
                  </a:cubicBezTo>
                  <a:lnTo>
                    <a:pt x="11115040" y="4691888"/>
                  </a:lnTo>
                  <a:cubicBezTo>
                    <a:pt x="11115040" y="4697476"/>
                    <a:pt x="11110468" y="4702048"/>
                    <a:pt x="11104880" y="4702048"/>
                  </a:cubicBezTo>
                  <a:lnTo>
                    <a:pt x="10160" y="4702048"/>
                  </a:lnTo>
                  <a:cubicBezTo>
                    <a:pt x="4572" y="4702048"/>
                    <a:pt x="0" y="4697476"/>
                    <a:pt x="0" y="4691888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4691888"/>
                  </a:lnTo>
                  <a:lnTo>
                    <a:pt x="10160" y="4691888"/>
                  </a:lnTo>
                  <a:lnTo>
                    <a:pt x="10160" y="4681728"/>
                  </a:lnTo>
                  <a:lnTo>
                    <a:pt x="11104880" y="4681728"/>
                  </a:lnTo>
                  <a:lnTo>
                    <a:pt x="11104880" y="4691888"/>
                  </a:lnTo>
                  <a:lnTo>
                    <a:pt x="11094720" y="4691888"/>
                  </a:lnTo>
                  <a:lnTo>
                    <a:pt x="11094720" y="10160"/>
                  </a:lnTo>
                  <a:lnTo>
                    <a:pt x="11104880" y="10160"/>
                  </a:lnTo>
                  <a:lnTo>
                    <a:pt x="11104880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1ABC9C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698231" y="3242567"/>
            <a:ext cx="1342139" cy="1342139"/>
            <a:chOff x="0" y="0"/>
            <a:chExt cx="1789519" cy="178951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6891" y="16891"/>
              <a:ext cx="1755648" cy="1755648"/>
            </a:xfrm>
            <a:custGeom>
              <a:avLst/>
              <a:gdLst/>
              <a:ahLst/>
              <a:cxnLst/>
              <a:rect r="r" b="b" t="t" l="l"/>
              <a:pathLst>
                <a:path h="1755648" w="1755648">
                  <a:moveTo>
                    <a:pt x="0" y="877824"/>
                  </a:moveTo>
                  <a:cubicBezTo>
                    <a:pt x="0" y="393065"/>
                    <a:pt x="393065" y="0"/>
                    <a:pt x="877824" y="0"/>
                  </a:cubicBezTo>
                  <a:cubicBezTo>
                    <a:pt x="1362583" y="0"/>
                    <a:pt x="1755648" y="393065"/>
                    <a:pt x="1755648" y="877824"/>
                  </a:cubicBezTo>
                  <a:cubicBezTo>
                    <a:pt x="1755648" y="1362583"/>
                    <a:pt x="1362583" y="1755648"/>
                    <a:pt x="877824" y="1755648"/>
                  </a:cubicBezTo>
                  <a:cubicBezTo>
                    <a:pt x="393065" y="1755648"/>
                    <a:pt x="0" y="1362710"/>
                    <a:pt x="0" y="877824"/>
                  </a:cubicBez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789430" cy="1789430"/>
            </a:xfrm>
            <a:custGeom>
              <a:avLst/>
              <a:gdLst/>
              <a:ahLst/>
              <a:cxnLst/>
              <a:rect r="r" b="b" t="t" l="l"/>
              <a:pathLst>
                <a:path h="1789430" w="1789430">
                  <a:moveTo>
                    <a:pt x="0" y="894715"/>
                  </a:moveTo>
                  <a:cubicBezTo>
                    <a:pt x="0" y="400558"/>
                    <a:pt x="400558" y="0"/>
                    <a:pt x="894715" y="0"/>
                  </a:cubicBezTo>
                  <a:lnTo>
                    <a:pt x="894715" y="16891"/>
                  </a:lnTo>
                  <a:lnTo>
                    <a:pt x="894715" y="0"/>
                  </a:lnTo>
                  <a:cubicBezTo>
                    <a:pt x="1388872" y="0"/>
                    <a:pt x="1789430" y="400558"/>
                    <a:pt x="1789430" y="894715"/>
                  </a:cubicBezTo>
                  <a:lnTo>
                    <a:pt x="1772539" y="894715"/>
                  </a:lnTo>
                  <a:lnTo>
                    <a:pt x="1789430" y="894715"/>
                  </a:lnTo>
                  <a:cubicBezTo>
                    <a:pt x="1789430" y="1388872"/>
                    <a:pt x="1388872" y="1789430"/>
                    <a:pt x="894715" y="1789430"/>
                  </a:cubicBezTo>
                  <a:lnTo>
                    <a:pt x="894715" y="1772539"/>
                  </a:lnTo>
                  <a:lnTo>
                    <a:pt x="894715" y="1789430"/>
                  </a:lnTo>
                  <a:cubicBezTo>
                    <a:pt x="400558" y="1789557"/>
                    <a:pt x="0" y="1388872"/>
                    <a:pt x="0" y="894715"/>
                  </a:cubicBezTo>
                  <a:lnTo>
                    <a:pt x="16891" y="894715"/>
                  </a:lnTo>
                  <a:lnTo>
                    <a:pt x="31242" y="903732"/>
                  </a:lnTo>
                  <a:cubicBezTo>
                    <a:pt x="27178" y="910082"/>
                    <a:pt x="19431" y="913003"/>
                    <a:pt x="12192" y="910971"/>
                  </a:cubicBezTo>
                  <a:cubicBezTo>
                    <a:pt x="4953" y="908939"/>
                    <a:pt x="0" y="902335"/>
                    <a:pt x="0" y="894715"/>
                  </a:cubicBezTo>
                  <a:moveTo>
                    <a:pt x="33909" y="894715"/>
                  </a:moveTo>
                  <a:lnTo>
                    <a:pt x="16891" y="894715"/>
                  </a:lnTo>
                  <a:lnTo>
                    <a:pt x="2667" y="885698"/>
                  </a:lnTo>
                  <a:cubicBezTo>
                    <a:pt x="6731" y="879348"/>
                    <a:pt x="14478" y="876427"/>
                    <a:pt x="21717" y="878459"/>
                  </a:cubicBezTo>
                  <a:cubicBezTo>
                    <a:pt x="28956" y="880491"/>
                    <a:pt x="33909" y="887222"/>
                    <a:pt x="33909" y="894715"/>
                  </a:cubicBezTo>
                  <a:cubicBezTo>
                    <a:pt x="33909" y="1370203"/>
                    <a:pt x="419354" y="1755648"/>
                    <a:pt x="894842" y="1755648"/>
                  </a:cubicBezTo>
                  <a:cubicBezTo>
                    <a:pt x="1370330" y="1755648"/>
                    <a:pt x="1755775" y="1370203"/>
                    <a:pt x="1755775" y="894715"/>
                  </a:cubicBezTo>
                  <a:cubicBezTo>
                    <a:pt x="1755775" y="419227"/>
                    <a:pt x="1370330" y="33782"/>
                    <a:pt x="894842" y="33782"/>
                  </a:cubicBezTo>
                  <a:lnTo>
                    <a:pt x="894842" y="16891"/>
                  </a:lnTo>
                  <a:lnTo>
                    <a:pt x="894842" y="33909"/>
                  </a:lnTo>
                  <a:cubicBezTo>
                    <a:pt x="419354" y="33909"/>
                    <a:pt x="33909" y="419354"/>
                    <a:pt x="33909" y="894715"/>
                  </a:cubicBez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838944" y="3383280"/>
            <a:ext cx="1060704" cy="1060704"/>
            <a:chOff x="0" y="0"/>
            <a:chExt cx="1414272" cy="1414272"/>
          </a:xfrm>
        </p:grpSpPr>
        <p:sp>
          <p:nvSpPr>
            <p:cNvPr name="Freeform 38" id="38" descr="preencoded.png"/>
            <p:cNvSpPr/>
            <p:nvPr/>
          </p:nvSpPr>
          <p:spPr>
            <a:xfrm flipH="false" flipV="false" rot="0">
              <a:off x="0" y="0"/>
              <a:ext cx="1414272" cy="1414272"/>
            </a:xfrm>
            <a:custGeom>
              <a:avLst/>
              <a:gdLst/>
              <a:ahLst/>
              <a:cxnLst/>
              <a:rect r="r" b="b" t="t" l="l"/>
              <a:pathLst>
                <a:path h="1414272" w="1414272">
                  <a:moveTo>
                    <a:pt x="0" y="0"/>
                  </a:moveTo>
                  <a:lnTo>
                    <a:pt x="1414272" y="0"/>
                  </a:lnTo>
                  <a:lnTo>
                    <a:pt x="1414272" y="1414272"/>
                  </a:lnTo>
                  <a:lnTo>
                    <a:pt x="0" y="1414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1265408" y="2487168"/>
            <a:ext cx="6217920" cy="768096"/>
            <a:chOff x="0" y="0"/>
            <a:chExt cx="8290560" cy="102412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2905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736" r="0" b="-107736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829056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Marketplace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1265408" y="3255264"/>
            <a:ext cx="6309360" cy="603504"/>
            <a:chOff x="0" y="0"/>
            <a:chExt cx="8412480" cy="80467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8412480" cy="804672"/>
            </a:xfrm>
            <a:custGeom>
              <a:avLst/>
              <a:gdLst/>
              <a:ahLst/>
              <a:cxnLst/>
              <a:rect r="r" b="b" t="t" l="l"/>
              <a:pathLst>
                <a:path h="804672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707" r="0" b="-153707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841248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58470" indent="-229235" lvl="1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BFC9C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Browse sports products with price &amp; stock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1265408" y="3895344"/>
            <a:ext cx="6309360" cy="603504"/>
            <a:chOff x="0" y="0"/>
            <a:chExt cx="8412480" cy="80467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412480" cy="804672"/>
            </a:xfrm>
            <a:custGeom>
              <a:avLst/>
              <a:gdLst/>
              <a:ahLst/>
              <a:cxnLst/>
              <a:rect r="r" b="b" t="t" l="l"/>
              <a:pathLst>
                <a:path h="804672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707" r="0" b="-153707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38100"/>
              <a:ext cx="841248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58470" indent="-229235" lvl="1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BFC9C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Add to cart and complete purchases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1265408" y="4535424"/>
            <a:ext cx="6309360" cy="603504"/>
            <a:chOff x="0" y="0"/>
            <a:chExt cx="8412480" cy="80467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412480" cy="804672"/>
            </a:xfrm>
            <a:custGeom>
              <a:avLst/>
              <a:gdLst/>
              <a:ahLst/>
              <a:cxnLst/>
              <a:rect r="r" b="b" t="t" l="l"/>
              <a:pathLst>
                <a:path h="804672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707" r="0" b="-153707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841248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58470" indent="-229235" lvl="1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BFC9C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Purchase history recorded per user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1265408" y="5175504"/>
            <a:ext cx="6309360" cy="603504"/>
            <a:chOff x="0" y="0"/>
            <a:chExt cx="8412480" cy="80467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412480" cy="804672"/>
            </a:xfrm>
            <a:custGeom>
              <a:avLst/>
              <a:gdLst/>
              <a:ahLst/>
              <a:cxnLst/>
              <a:rect r="r" b="b" t="t" l="l"/>
              <a:pathLst>
                <a:path h="804672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707" r="0" b="-153707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841248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58470" indent="-229235" lvl="1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BFC9C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Sellers manage own product listings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687324" y="6173724"/>
            <a:ext cx="8336280" cy="3526536"/>
            <a:chOff x="0" y="0"/>
            <a:chExt cx="11115040" cy="470204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10160" y="10160"/>
              <a:ext cx="11094720" cy="4681728"/>
            </a:xfrm>
            <a:custGeom>
              <a:avLst/>
              <a:gdLst/>
              <a:ahLst/>
              <a:cxnLst/>
              <a:rect r="r" b="b" t="t" l="l"/>
              <a:pathLst>
                <a:path h="4681728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4681728"/>
                  </a:lnTo>
                  <a:lnTo>
                    <a:pt x="0" y="4681728"/>
                  </a:lnTo>
                  <a:close/>
                </a:path>
              </a:pathLst>
            </a:custGeom>
            <a:solidFill>
              <a:srgbClr val="112244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1115040" cy="4702048"/>
            </a:xfrm>
            <a:custGeom>
              <a:avLst/>
              <a:gdLst/>
              <a:ahLst/>
              <a:cxnLst/>
              <a:rect r="r" b="b" t="t" l="l"/>
              <a:pathLst>
                <a:path h="4702048" w="11115040">
                  <a:moveTo>
                    <a:pt x="10160" y="0"/>
                  </a:moveTo>
                  <a:lnTo>
                    <a:pt x="11104880" y="0"/>
                  </a:lnTo>
                  <a:cubicBezTo>
                    <a:pt x="11110468" y="0"/>
                    <a:pt x="11115040" y="4572"/>
                    <a:pt x="11115040" y="10160"/>
                  </a:cubicBezTo>
                  <a:lnTo>
                    <a:pt x="11115040" y="4691888"/>
                  </a:lnTo>
                  <a:cubicBezTo>
                    <a:pt x="11115040" y="4697476"/>
                    <a:pt x="11110468" y="4702048"/>
                    <a:pt x="11104880" y="4702048"/>
                  </a:cubicBezTo>
                  <a:lnTo>
                    <a:pt x="10160" y="4702048"/>
                  </a:lnTo>
                  <a:cubicBezTo>
                    <a:pt x="4572" y="4702048"/>
                    <a:pt x="0" y="4697476"/>
                    <a:pt x="0" y="4691888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4691888"/>
                  </a:lnTo>
                  <a:lnTo>
                    <a:pt x="10160" y="4691888"/>
                  </a:lnTo>
                  <a:lnTo>
                    <a:pt x="10160" y="4681728"/>
                  </a:lnTo>
                  <a:lnTo>
                    <a:pt x="11104880" y="4681728"/>
                  </a:lnTo>
                  <a:lnTo>
                    <a:pt x="11104880" y="4691888"/>
                  </a:lnTo>
                  <a:lnTo>
                    <a:pt x="11094720" y="4691888"/>
                  </a:lnTo>
                  <a:lnTo>
                    <a:pt x="11094720" y="10160"/>
                  </a:lnTo>
                  <a:lnTo>
                    <a:pt x="11104880" y="10160"/>
                  </a:lnTo>
                  <a:lnTo>
                    <a:pt x="11104880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1ABC9C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956567" y="7083047"/>
            <a:ext cx="1342139" cy="1342139"/>
            <a:chOff x="0" y="0"/>
            <a:chExt cx="1789519" cy="1789519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16891" y="16891"/>
              <a:ext cx="1755648" cy="1755648"/>
            </a:xfrm>
            <a:custGeom>
              <a:avLst/>
              <a:gdLst/>
              <a:ahLst/>
              <a:cxnLst/>
              <a:rect r="r" b="b" t="t" l="l"/>
              <a:pathLst>
                <a:path h="1755648" w="1755648">
                  <a:moveTo>
                    <a:pt x="0" y="877824"/>
                  </a:moveTo>
                  <a:cubicBezTo>
                    <a:pt x="0" y="393065"/>
                    <a:pt x="393065" y="0"/>
                    <a:pt x="877824" y="0"/>
                  </a:cubicBezTo>
                  <a:cubicBezTo>
                    <a:pt x="1362583" y="0"/>
                    <a:pt x="1755648" y="393065"/>
                    <a:pt x="1755648" y="877824"/>
                  </a:cubicBezTo>
                  <a:cubicBezTo>
                    <a:pt x="1755648" y="1362583"/>
                    <a:pt x="1362583" y="1755648"/>
                    <a:pt x="877824" y="1755648"/>
                  </a:cubicBezTo>
                  <a:cubicBezTo>
                    <a:pt x="393065" y="1755648"/>
                    <a:pt x="0" y="1362710"/>
                    <a:pt x="0" y="877824"/>
                  </a:cubicBez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789430" cy="1789430"/>
            </a:xfrm>
            <a:custGeom>
              <a:avLst/>
              <a:gdLst/>
              <a:ahLst/>
              <a:cxnLst/>
              <a:rect r="r" b="b" t="t" l="l"/>
              <a:pathLst>
                <a:path h="1789430" w="1789430">
                  <a:moveTo>
                    <a:pt x="0" y="894715"/>
                  </a:moveTo>
                  <a:cubicBezTo>
                    <a:pt x="0" y="400558"/>
                    <a:pt x="400558" y="0"/>
                    <a:pt x="894715" y="0"/>
                  </a:cubicBezTo>
                  <a:lnTo>
                    <a:pt x="894715" y="16891"/>
                  </a:lnTo>
                  <a:lnTo>
                    <a:pt x="894715" y="0"/>
                  </a:lnTo>
                  <a:cubicBezTo>
                    <a:pt x="1388872" y="0"/>
                    <a:pt x="1789430" y="400558"/>
                    <a:pt x="1789430" y="894715"/>
                  </a:cubicBezTo>
                  <a:lnTo>
                    <a:pt x="1772539" y="894715"/>
                  </a:lnTo>
                  <a:lnTo>
                    <a:pt x="1789430" y="894715"/>
                  </a:lnTo>
                  <a:cubicBezTo>
                    <a:pt x="1789430" y="1388872"/>
                    <a:pt x="1388872" y="1789430"/>
                    <a:pt x="894715" y="1789430"/>
                  </a:cubicBezTo>
                  <a:lnTo>
                    <a:pt x="894715" y="1772539"/>
                  </a:lnTo>
                  <a:lnTo>
                    <a:pt x="894715" y="1789430"/>
                  </a:lnTo>
                  <a:cubicBezTo>
                    <a:pt x="400558" y="1789557"/>
                    <a:pt x="0" y="1388872"/>
                    <a:pt x="0" y="894715"/>
                  </a:cubicBezTo>
                  <a:lnTo>
                    <a:pt x="16891" y="894715"/>
                  </a:lnTo>
                  <a:lnTo>
                    <a:pt x="31242" y="903732"/>
                  </a:lnTo>
                  <a:cubicBezTo>
                    <a:pt x="27178" y="910082"/>
                    <a:pt x="19431" y="913003"/>
                    <a:pt x="12192" y="910971"/>
                  </a:cubicBezTo>
                  <a:cubicBezTo>
                    <a:pt x="4953" y="908939"/>
                    <a:pt x="0" y="902335"/>
                    <a:pt x="0" y="894715"/>
                  </a:cubicBezTo>
                  <a:moveTo>
                    <a:pt x="33909" y="894715"/>
                  </a:moveTo>
                  <a:lnTo>
                    <a:pt x="16891" y="894715"/>
                  </a:lnTo>
                  <a:lnTo>
                    <a:pt x="2667" y="885698"/>
                  </a:lnTo>
                  <a:cubicBezTo>
                    <a:pt x="6731" y="879348"/>
                    <a:pt x="14478" y="876427"/>
                    <a:pt x="21717" y="878459"/>
                  </a:cubicBezTo>
                  <a:cubicBezTo>
                    <a:pt x="28956" y="880491"/>
                    <a:pt x="33909" y="887222"/>
                    <a:pt x="33909" y="894715"/>
                  </a:cubicBezTo>
                  <a:cubicBezTo>
                    <a:pt x="33909" y="1370203"/>
                    <a:pt x="419354" y="1755648"/>
                    <a:pt x="894842" y="1755648"/>
                  </a:cubicBezTo>
                  <a:cubicBezTo>
                    <a:pt x="1370330" y="1755648"/>
                    <a:pt x="1755775" y="1370203"/>
                    <a:pt x="1755775" y="894715"/>
                  </a:cubicBezTo>
                  <a:cubicBezTo>
                    <a:pt x="1755775" y="419227"/>
                    <a:pt x="1370330" y="33782"/>
                    <a:pt x="894842" y="33782"/>
                  </a:cubicBezTo>
                  <a:lnTo>
                    <a:pt x="894842" y="16891"/>
                  </a:lnTo>
                  <a:lnTo>
                    <a:pt x="894842" y="33909"/>
                  </a:lnTo>
                  <a:cubicBezTo>
                    <a:pt x="419354" y="33909"/>
                    <a:pt x="33909" y="419354"/>
                    <a:pt x="33909" y="894715"/>
                  </a:cubicBez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097280" y="7223760"/>
            <a:ext cx="1060704" cy="1060704"/>
            <a:chOff x="0" y="0"/>
            <a:chExt cx="1414272" cy="1414272"/>
          </a:xfrm>
        </p:grpSpPr>
        <p:sp>
          <p:nvSpPr>
            <p:cNvPr name="Freeform 61" id="61" descr="preencoded.png"/>
            <p:cNvSpPr/>
            <p:nvPr/>
          </p:nvSpPr>
          <p:spPr>
            <a:xfrm flipH="false" flipV="false" rot="0">
              <a:off x="0" y="0"/>
              <a:ext cx="1414272" cy="1414272"/>
            </a:xfrm>
            <a:custGeom>
              <a:avLst/>
              <a:gdLst/>
              <a:ahLst/>
              <a:cxnLst/>
              <a:rect r="r" b="b" t="t" l="l"/>
              <a:pathLst>
                <a:path h="1414272" w="1414272">
                  <a:moveTo>
                    <a:pt x="0" y="0"/>
                  </a:moveTo>
                  <a:lnTo>
                    <a:pt x="1414272" y="0"/>
                  </a:lnTo>
                  <a:lnTo>
                    <a:pt x="1414272" y="1414272"/>
                  </a:lnTo>
                  <a:lnTo>
                    <a:pt x="0" y="1414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2523744" y="6327648"/>
            <a:ext cx="6217920" cy="768096"/>
            <a:chOff x="0" y="0"/>
            <a:chExt cx="8290560" cy="102412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2905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736" r="0" b="-107736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829056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Class Chat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2523744" y="7095744"/>
            <a:ext cx="6309360" cy="603504"/>
            <a:chOff x="0" y="0"/>
            <a:chExt cx="8412480" cy="80467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412480" cy="804672"/>
            </a:xfrm>
            <a:custGeom>
              <a:avLst/>
              <a:gdLst/>
              <a:ahLst/>
              <a:cxnLst/>
              <a:rect r="r" b="b" t="t" l="l"/>
              <a:pathLst>
                <a:path h="804672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707" r="0" b="-153707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841248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58470" indent="-229235" lvl="1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BFC9C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Each class has its own chat room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2523744" y="7735824"/>
            <a:ext cx="6309360" cy="603504"/>
            <a:chOff x="0" y="0"/>
            <a:chExt cx="8412480" cy="80467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8412480" cy="804672"/>
            </a:xfrm>
            <a:custGeom>
              <a:avLst/>
              <a:gdLst/>
              <a:ahLst/>
              <a:cxnLst/>
              <a:rect r="r" b="b" t="t" l="l"/>
              <a:pathLst>
                <a:path h="804672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707" r="0" b="-153707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841248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58470" indent="-229235" lvl="1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BFC9C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Messages stored and loaded via DataStore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2523744" y="8375904"/>
            <a:ext cx="6309360" cy="603504"/>
            <a:chOff x="0" y="0"/>
            <a:chExt cx="8412480" cy="80467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8412480" cy="804672"/>
            </a:xfrm>
            <a:custGeom>
              <a:avLst/>
              <a:gdLst/>
              <a:ahLst/>
              <a:cxnLst/>
              <a:rect r="r" b="b" t="t" l="l"/>
              <a:pathLst>
                <a:path h="804672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707" r="0" b="-153707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841248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58470" indent="-229235" lvl="1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BFC9C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Students and teachers communicate live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2523744" y="9015984"/>
            <a:ext cx="6309360" cy="603504"/>
            <a:chOff x="0" y="0"/>
            <a:chExt cx="8412480" cy="80467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8412480" cy="804672"/>
            </a:xfrm>
            <a:custGeom>
              <a:avLst/>
              <a:gdLst/>
              <a:ahLst/>
              <a:cxnLst/>
              <a:rect r="r" b="b" t="t" l="l"/>
              <a:pathLst>
                <a:path h="804672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707" r="0" b="-153707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841248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58470" indent="-229235" lvl="1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BFC9C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Chat panel embedded in the home screen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9428988" y="6173724"/>
            <a:ext cx="8336280" cy="3526536"/>
            <a:chOff x="0" y="0"/>
            <a:chExt cx="11115040" cy="470204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0160" y="10160"/>
              <a:ext cx="11094720" cy="4681728"/>
            </a:xfrm>
            <a:custGeom>
              <a:avLst/>
              <a:gdLst/>
              <a:ahLst/>
              <a:cxnLst/>
              <a:rect r="r" b="b" t="t" l="l"/>
              <a:pathLst>
                <a:path h="4681728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4681728"/>
                  </a:lnTo>
                  <a:lnTo>
                    <a:pt x="0" y="4681728"/>
                  </a:lnTo>
                  <a:close/>
                </a:path>
              </a:pathLst>
            </a:custGeom>
            <a:solidFill>
              <a:srgbClr val="1E0A2E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1115040" cy="4702048"/>
            </a:xfrm>
            <a:custGeom>
              <a:avLst/>
              <a:gdLst/>
              <a:ahLst/>
              <a:cxnLst/>
              <a:rect r="r" b="b" t="t" l="l"/>
              <a:pathLst>
                <a:path h="4702048" w="11115040">
                  <a:moveTo>
                    <a:pt x="10160" y="0"/>
                  </a:moveTo>
                  <a:lnTo>
                    <a:pt x="11104880" y="0"/>
                  </a:lnTo>
                  <a:cubicBezTo>
                    <a:pt x="11110468" y="0"/>
                    <a:pt x="11115040" y="4572"/>
                    <a:pt x="11115040" y="10160"/>
                  </a:cubicBezTo>
                  <a:lnTo>
                    <a:pt x="11115040" y="4691888"/>
                  </a:lnTo>
                  <a:cubicBezTo>
                    <a:pt x="11115040" y="4697476"/>
                    <a:pt x="11110468" y="4702048"/>
                    <a:pt x="11104880" y="4702048"/>
                  </a:cubicBezTo>
                  <a:lnTo>
                    <a:pt x="10160" y="4702048"/>
                  </a:lnTo>
                  <a:cubicBezTo>
                    <a:pt x="4572" y="4702048"/>
                    <a:pt x="0" y="4697476"/>
                    <a:pt x="0" y="4691888"/>
                  </a:cubicBezTo>
                  <a:lnTo>
                    <a:pt x="0" y="10160"/>
                  </a:lnTo>
                  <a:cubicBezTo>
                    <a:pt x="0" y="4572"/>
                    <a:pt x="4572" y="0"/>
                    <a:pt x="10160" y="0"/>
                  </a:cubicBezTo>
                  <a:moveTo>
                    <a:pt x="10160" y="20320"/>
                  </a:moveTo>
                  <a:lnTo>
                    <a:pt x="10160" y="10160"/>
                  </a:lnTo>
                  <a:lnTo>
                    <a:pt x="20320" y="10160"/>
                  </a:lnTo>
                  <a:lnTo>
                    <a:pt x="20320" y="4691888"/>
                  </a:lnTo>
                  <a:lnTo>
                    <a:pt x="10160" y="4691888"/>
                  </a:lnTo>
                  <a:lnTo>
                    <a:pt x="10160" y="4681728"/>
                  </a:lnTo>
                  <a:lnTo>
                    <a:pt x="11104880" y="4681728"/>
                  </a:lnTo>
                  <a:lnTo>
                    <a:pt x="11104880" y="4691888"/>
                  </a:lnTo>
                  <a:lnTo>
                    <a:pt x="11094720" y="4691888"/>
                  </a:lnTo>
                  <a:lnTo>
                    <a:pt x="11094720" y="10160"/>
                  </a:lnTo>
                  <a:lnTo>
                    <a:pt x="11104880" y="10160"/>
                  </a:lnTo>
                  <a:lnTo>
                    <a:pt x="11104880" y="20320"/>
                  </a:lnTo>
                  <a:lnTo>
                    <a:pt x="10160" y="20320"/>
                  </a:lnTo>
                  <a:close/>
                </a:path>
              </a:pathLst>
            </a:custGeom>
            <a:solidFill>
              <a:srgbClr val="1ABC9C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9698231" y="7083047"/>
            <a:ext cx="1342139" cy="1342139"/>
            <a:chOff x="0" y="0"/>
            <a:chExt cx="1789519" cy="1789519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16891" y="16891"/>
              <a:ext cx="1755648" cy="1755648"/>
            </a:xfrm>
            <a:custGeom>
              <a:avLst/>
              <a:gdLst/>
              <a:ahLst/>
              <a:cxnLst/>
              <a:rect r="r" b="b" t="t" l="l"/>
              <a:pathLst>
                <a:path h="1755648" w="1755648">
                  <a:moveTo>
                    <a:pt x="0" y="877824"/>
                  </a:moveTo>
                  <a:cubicBezTo>
                    <a:pt x="0" y="393065"/>
                    <a:pt x="393065" y="0"/>
                    <a:pt x="877824" y="0"/>
                  </a:cubicBezTo>
                  <a:cubicBezTo>
                    <a:pt x="1362583" y="0"/>
                    <a:pt x="1755648" y="393065"/>
                    <a:pt x="1755648" y="877824"/>
                  </a:cubicBezTo>
                  <a:cubicBezTo>
                    <a:pt x="1755648" y="1362583"/>
                    <a:pt x="1362583" y="1755648"/>
                    <a:pt x="877824" y="1755648"/>
                  </a:cubicBezTo>
                  <a:cubicBezTo>
                    <a:pt x="393065" y="1755648"/>
                    <a:pt x="0" y="1362710"/>
                    <a:pt x="0" y="877824"/>
                  </a:cubicBezTo>
                  <a:close/>
                </a:path>
              </a:pathLst>
            </a:custGeom>
            <a:solidFill>
              <a:srgbClr val="0D1B2A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789430" cy="1789430"/>
            </a:xfrm>
            <a:custGeom>
              <a:avLst/>
              <a:gdLst/>
              <a:ahLst/>
              <a:cxnLst/>
              <a:rect r="r" b="b" t="t" l="l"/>
              <a:pathLst>
                <a:path h="1789430" w="1789430">
                  <a:moveTo>
                    <a:pt x="0" y="894715"/>
                  </a:moveTo>
                  <a:cubicBezTo>
                    <a:pt x="0" y="400558"/>
                    <a:pt x="400558" y="0"/>
                    <a:pt x="894715" y="0"/>
                  </a:cubicBezTo>
                  <a:lnTo>
                    <a:pt x="894715" y="16891"/>
                  </a:lnTo>
                  <a:lnTo>
                    <a:pt x="894715" y="0"/>
                  </a:lnTo>
                  <a:cubicBezTo>
                    <a:pt x="1388872" y="0"/>
                    <a:pt x="1789430" y="400558"/>
                    <a:pt x="1789430" y="894715"/>
                  </a:cubicBezTo>
                  <a:lnTo>
                    <a:pt x="1772539" y="894715"/>
                  </a:lnTo>
                  <a:lnTo>
                    <a:pt x="1789430" y="894715"/>
                  </a:lnTo>
                  <a:cubicBezTo>
                    <a:pt x="1789430" y="1388872"/>
                    <a:pt x="1388872" y="1789430"/>
                    <a:pt x="894715" y="1789430"/>
                  </a:cubicBezTo>
                  <a:lnTo>
                    <a:pt x="894715" y="1772539"/>
                  </a:lnTo>
                  <a:lnTo>
                    <a:pt x="894715" y="1789430"/>
                  </a:lnTo>
                  <a:cubicBezTo>
                    <a:pt x="400558" y="1789557"/>
                    <a:pt x="0" y="1388872"/>
                    <a:pt x="0" y="894715"/>
                  </a:cubicBezTo>
                  <a:lnTo>
                    <a:pt x="16891" y="894715"/>
                  </a:lnTo>
                  <a:lnTo>
                    <a:pt x="31242" y="903732"/>
                  </a:lnTo>
                  <a:cubicBezTo>
                    <a:pt x="27178" y="910082"/>
                    <a:pt x="19431" y="913003"/>
                    <a:pt x="12192" y="910971"/>
                  </a:cubicBezTo>
                  <a:cubicBezTo>
                    <a:pt x="4953" y="908939"/>
                    <a:pt x="0" y="902335"/>
                    <a:pt x="0" y="894715"/>
                  </a:cubicBezTo>
                  <a:moveTo>
                    <a:pt x="33909" y="894715"/>
                  </a:moveTo>
                  <a:lnTo>
                    <a:pt x="16891" y="894715"/>
                  </a:lnTo>
                  <a:lnTo>
                    <a:pt x="2667" y="885698"/>
                  </a:lnTo>
                  <a:cubicBezTo>
                    <a:pt x="6731" y="879348"/>
                    <a:pt x="14478" y="876427"/>
                    <a:pt x="21717" y="878459"/>
                  </a:cubicBezTo>
                  <a:cubicBezTo>
                    <a:pt x="28956" y="880491"/>
                    <a:pt x="33909" y="887222"/>
                    <a:pt x="33909" y="894715"/>
                  </a:cubicBezTo>
                  <a:cubicBezTo>
                    <a:pt x="33909" y="1370203"/>
                    <a:pt x="419354" y="1755648"/>
                    <a:pt x="894842" y="1755648"/>
                  </a:cubicBezTo>
                  <a:cubicBezTo>
                    <a:pt x="1370330" y="1755648"/>
                    <a:pt x="1755775" y="1370203"/>
                    <a:pt x="1755775" y="894715"/>
                  </a:cubicBezTo>
                  <a:cubicBezTo>
                    <a:pt x="1755775" y="419227"/>
                    <a:pt x="1370330" y="33782"/>
                    <a:pt x="894842" y="33782"/>
                  </a:cubicBezTo>
                  <a:lnTo>
                    <a:pt x="894842" y="16891"/>
                  </a:lnTo>
                  <a:lnTo>
                    <a:pt x="894842" y="33909"/>
                  </a:lnTo>
                  <a:cubicBezTo>
                    <a:pt x="419354" y="33909"/>
                    <a:pt x="33909" y="419354"/>
                    <a:pt x="33909" y="894715"/>
                  </a:cubicBezTo>
                  <a:close/>
                </a:path>
              </a:pathLst>
            </a:custGeom>
            <a:solidFill>
              <a:srgbClr val="0D1B2A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9838944" y="7223760"/>
            <a:ext cx="1060704" cy="1060704"/>
            <a:chOff x="0" y="0"/>
            <a:chExt cx="1414272" cy="1414272"/>
          </a:xfrm>
        </p:grpSpPr>
        <p:sp>
          <p:nvSpPr>
            <p:cNvPr name="Freeform 84" id="84" descr="preencoded.png"/>
            <p:cNvSpPr/>
            <p:nvPr/>
          </p:nvSpPr>
          <p:spPr>
            <a:xfrm flipH="false" flipV="false" rot="0">
              <a:off x="0" y="0"/>
              <a:ext cx="1414272" cy="1414272"/>
            </a:xfrm>
            <a:custGeom>
              <a:avLst/>
              <a:gdLst/>
              <a:ahLst/>
              <a:cxnLst/>
              <a:rect r="r" b="b" t="t" l="l"/>
              <a:pathLst>
                <a:path h="1414272" w="1414272">
                  <a:moveTo>
                    <a:pt x="0" y="0"/>
                  </a:moveTo>
                  <a:lnTo>
                    <a:pt x="1414272" y="0"/>
                  </a:lnTo>
                  <a:lnTo>
                    <a:pt x="1414272" y="1414272"/>
                  </a:lnTo>
                  <a:lnTo>
                    <a:pt x="0" y="14142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1265408" y="6327648"/>
            <a:ext cx="6217920" cy="768096"/>
            <a:chOff x="0" y="0"/>
            <a:chExt cx="8290560" cy="1024128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8290560" cy="1024128"/>
            </a:xfrm>
            <a:custGeom>
              <a:avLst/>
              <a:gdLst/>
              <a:ahLst/>
              <a:cxnLst/>
              <a:rect r="r" b="b" t="t" l="l"/>
              <a:pathLst>
                <a:path h="1024128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7736" r="0" b="-107736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47625"/>
              <a:ext cx="8290560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User Profiles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1265408" y="7095744"/>
            <a:ext cx="6309360" cy="603504"/>
            <a:chOff x="0" y="0"/>
            <a:chExt cx="8412480" cy="804672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8412480" cy="804672"/>
            </a:xfrm>
            <a:custGeom>
              <a:avLst/>
              <a:gdLst/>
              <a:ahLst/>
              <a:cxnLst/>
              <a:rect r="r" b="b" t="t" l="l"/>
              <a:pathLst>
                <a:path h="804672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707" r="0" b="-153707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841248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58470" indent="-229235" lvl="1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BFC9C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View and edit personal profile details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1265408" y="7735824"/>
            <a:ext cx="6309360" cy="603504"/>
            <a:chOff x="0" y="0"/>
            <a:chExt cx="8412480" cy="804672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8412480" cy="804672"/>
            </a:xfrm>
            <a:custGeom>
              <a:avLst/>
              <a:gdLst/>
              <a:ahLst/>
              <a:cxnLst/>
              <a:rect r="r" b="b" t="t" l="l"/>
              <a:pathLst>
                <a:path h="804672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707" r="0" b="-153707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841248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58470" indent="-229235" lvl="1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BFC9C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Role shown visually in every screen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1265408" y="8375904"/>
            <a:ext cx="6309360" cy="603504"/>
            <a:chOff x="0" y="0"/>
            <a:chExt cx="8412480" cy="804672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8412480" cy="804672"/>
            </a:xfrm>
            <a:custGeom>
              <a:avLst/>
              <a:gdLst/>
              <a:ahLst/>
              <a:cxnLst/>
              <a:rect r="r" b="b" t="t" l="l"/>
              <a:pathLst>
                <a:path h="804672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707" r="0" b="-153707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38100"/>
              <a:ext cx="841248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58470" indent="-229235" lvl="1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BFC9C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Session kept across all view transitions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1265408" y="9015984"/>
            <a:ext cx="6309360" cy="603504"/>
            <a:chOff x="0" y="0"/>
            <a:chExt cx="8412480" cy="804672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8412480" cy="804672"/>
            </a:xfrm>
            <a:custGeom>
              <a:avLst/>
              <a:gdLst/>
              <a:ahLst/>
              <a:cxnLst/>
              <a:rect r="r" b="b" t="t" l="l"/>
              <a:pathLst>
                <a:path h="804672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3707" r="0" b="-153707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38100"/>
              <a:ext cx="841248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58470" indent="-229235" lvl="1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BFC9C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Secure login with email + password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A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665483" cy="10312403"/>
            <a:chOff x="0" y="0"/>
            <a:chExt cx="88731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853440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1ABC9C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87222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887222">
                  <a:moveTo>
                    <a:pt x="16891" y="0"/>
                  </a:moveTo>
                  <a:lnTo>
                    <a:pt x="870331" y="0"/>
                  </a:lnTo>
                  <a:cubicBezTo>
                    <a:pt x="879729" y="0"/>
                    <a:pt x="887222" y="7620"/>
                    <a:pt x="887222" y="16891"/>
                  </a:cubicBezTo>
                  <a:lnTo>
                    <a:pt x="887222" y="13732890"/>
                  </a:lnTo>
                  <a:cubicBezTo>
                    <a:pt x="887222" y="13742290"/>
                    <a:pt x="879602" y="13749782"/>
                    <a:pt x="870331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870331" y="13716000"/>
                  </a:lnTo>
                  <a:lnTo>
                    <a:pt x="870331" y="13732890"/>
                  </a:lnTo>
                  <a:lnTo>
                    <a:pt x="853440" y="13732890"/>
                  </a:lnTo>
                  <a:lnTo>
                    <a:pt x="853440" y="16891"/>
                  </a:lnTo>
                  <a:lnTo>
                    <a:pt x="870331" y="16891"/>
                  </a:lnTo>
                  <a:lnTo>
                    <a:pt x="870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BC9C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05840" y="512064"/>
            <a:ext cx="10058400" cy="1005840"/>
            <a:chOff x="0" y="0"/>
            <a:chExt cx="13411200" cy="1341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4112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14300"/>
              <a:ext cx="13411200" cy="14554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19"/>
                </a:lnSpc>
              </a:pPr>
              <a:r>
                <a:rPr lang="en-US" sz="5599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TECHNICAL IMPLEMENTATION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05840" y="1554480"/>
            <a:ext cx="10058400" cy="548640"/>
            <a:chOff x="0" y="0"/>
            <a:chExt cx="13411200" cy="7315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41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7225" r="0" b="-30722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34112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7F8C8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Code structure, design patterns and tools used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6093440" y="402336"/>
            <a:ext cx="1554480" cy="1554480"/>
            <a:chOff x="0" y="0"/>
            <a:chExt cx="2072640" cy="2072640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20726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2072640"/>
                  </a:lnTo>
                  <a:lnTo>
                    <a:pt x="0" y="2072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05840" y="2194560"/>
            <a:ext cx="7680960" cy="640080"/>
            <a:chOff x="0" y="0"/>
            <a:chExt cx="10241280" cy="8534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241280" cy="853440"/>
            </a:xfrm>
            <a:custGeom>
              <a:avLst/>
              <a:gdLst/>
              <a:ahLst/>
              <a:cxnLst/>
              <a:rect r="r" b="b" t="t" l="l"/>
              <a:pathLst>
                <a:path h="85344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02412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MVC Layer Architecture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93143" y="2913383"/>
            <a:ext cx="7614923" cy="1049531"/>
            <a:chOff x="0" y="0"/>
            <a:chExt cx="10153231" cy="139937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6891" y="16891"/>
              <a:ext cx="10119360" cy="1365504"/>
            </a:xfrm>
            <a:custGeom>
              <a:avLst/>
              <a:gdLst/>
              <a:ahLst/>
              <a:cxnLst/>
              <a:rect r="r" b="b" t="t" l="l"/>
              <a:pathLst>
                <a:path h="1365504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1365504"/>
                  </a:lnTo>
                  <a:lnTo>
                    <a:pt x="0" y="1365504"/>
                  </a:lnTo>
                  <a:close/>
                </a:path>
              </a:pathLst>
            </a:custGeom>
            <a:solidFill>
              <a:srgbClr val="1ABC9C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153142" cy="1399286"/>
            </a:xfrm>
            <a:custGeom>
              <a:avLst/>
              <a:gdLst/>
              <a:ahLst/>
              <a:cxnLst/>
              <a:rect r="r" b="b" t="t" l="l"/>
              <a:pathLst>
                <a:path h="1399286" w="10153142">
                  <a:moveTo>
                    <a:pt x="16891" y="0"/>
                  </a:moveTo>
                  <a:lnTo>
                    <a:pt x="10136251" y="0"/>
                  </a:lnTo>
                  <a:cubicBezTo>
                    <a:pt x="10145649" y="0"/>
                    <a:pt x="10153142" y="7620"/>
                    <a:pt x="10153142" y="16891"/>
                  </a:cubicBezTo>
                  <a:lnTo>
                    <a:pt x="10153142" y="1382395"/>
                  </a:lnTo>
                  <a:cubicBezTo>
                    <a:pt x="10153142" y="1391793"/>
                    <a:pt x="10145522" y="1399286"/>
                    <a:pt x="10136251" y="1399286"/>
                  </a:cubicBezTo>
                  <a:lnTo>
                    <a:pt x="16891" y="1399286"/>
                  </a:lnTo>
                  <a:cubicBezTo>
                    <a:pt x="7493" y="1399286"/>
                    <a:pt x="0" y="1391666"/>
                    <a:pt x="0" y="13823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2395"/>
                  </a:lnTo>
                  <a:lnTo>
                    <a:pt x="16891" y="1382395"/>
                  </a:lnTo>
                  <a:lnTo>
                    <a:pt x="16891" y="1365504"/>
                  </a:lnTo>
                  <a:lnTo>
                    <a:pt x="10136251" y="1365504"/>
                  </a:lnTo>
                  <a:lnTo>
                    <a:pt x="10136251" y="1382395"/>
                  </a:lnTo>
                  <a:lnTo>
                    <a:pt x="10119360" y="1382395"/>
                  </a:lnTo>
                  <a:lnTo>
                    <a:pt x="10119360" y="16891"/>
                  </a:lnTo>
                  <a:lnTo>
                    <a:pt x="10136251" y="16891"/>
                  </a:lnTo>
                  <a:lnTo>
                    <a:pt x="10136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BC9C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188720" y="2944368"/>
            <a:ext cx="2743200" cy="1024128"/>
            <a:chOff x="0" y="0"/>
            <a:chExt cx="3657600" cy="136550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657600" cy="1365504"/>
            </a:xfrm>
            <a:custGeom>
              <a:avLst/>
              <a:gdLst/>
              <a:ahLst/>
              <a:cxnLst/>
              <a:rect r="r" b="b" t="t" l="l"/>
              <a:pathLst>
                <a:path h="136550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2" r="0" b="-2192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3657600" cy="14036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VIEW LAYER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840480" y="2944368"/>
            <a:ext cx="4572000" cy="1024128"/>
            <a:chOff x="0" y="0"/>
            <a:chExt cx="6096000" cy="136550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096000" cy="1365504"/>
            </a:xfrm>
            <a:custGeom>
              <a:avLst/>
              <a:gdLst/>
              <a:ahLst/>
              <a:cxnLst/>
              <a:rect r="r" b="b" t="t" l="l"/>
              <a:pathLst>
                <a:path h="1365504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86" r="0" b="-36986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6096000" cy="14036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AF4F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FXML views · HomeController · LoginController etc.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93143" y="4083815"/>
            <a:ext cx="7614923" cy="1049531"/>
            <a:chOff x="0" y="0"/>
            <a:chExt cx="10153231" cy="139937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6891" y="16891"/>
              <a:ext cx="10119360" cy="1365504"/>
            </a:xfrm>
            <a:custGeom>
              <a:avLst/>
              <a:gdLst/>
              <a:ahLst/>
              <a:cxnLst/>
              <a:rect r="r" b="b" t="t" l="l"/>
              <a:pathLst>
                <a:path h="1365504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1365504"/>
                  </a:lnTo>
                  <a:lnTo>
                    <a:pt x="0" y="1365504"/>
                  </a:lnTo>
                  <a:close/>
                </a:path>
              </a:pathLst>
            </a:custGeom>
            <a:solidFill>
              <a:srgbClr val="1B4F72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153142" cy="1399286"/>
            </a:xfrm>
            <a:custGeom>
              <a:avLst/>
              <a:gdLst/>
              <a:ahLst/>
              <a:cxnLst/>
              <a:rect r="r" b="b" t="t" l="l"/>
              <a:pathLst>
                <a:path h="1399286" w="10153142">
                  <a:moveTo>
                    <a:pt x="16891" y="0"/>
                  </a:moveTo>
                  <a:lnTo>
                    <a:pt x="10136251" y="0"/>
                  </a:lnTo>
                  <a:cubicBezTo>
                    <a:pt x="10145649" y="0"/>
                    <a:pt x="10153142" y="7620"/>
                    <a:pt x="10153142" y="16891"/>
                  </a:cubicBezTo>
                  <a:lnTo>
                    <a:pt x="10153142" y="1382395"/>
                  </a:lnTo>
                  <a:cubicBezTo>
                    <a:pt x="10153142" y="1391793"/>
                    <a:pt x="10145522" y="1399286"/>
                    <a:pt x="10136251" y="1399286"/>
                  </a:cubicBezTo>
                  <a:lnTo>
                    <a:pt x="16891" y="1399286"/>
                  </a:lnTo>
                  <a:cubicBezTo>
                    <a:pt x="7493" y="1399286"/>
                    <a:pt x="0" y="1391666"/>
                    <a:pt x="0" y="13823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2395"/>
                  </a:lnTo>
                  <a:lnTo>
                    <a:pt x="16891" y="1382395"/>
                  </a:lnTo>
                  <a:lnTo>
                    <a:pt x="16891" y="1365504"/>
                  </a:lnTo>
                  <a:lnTo>
                    <a:pt x="10136251" y="1365504"/>
                  </a:lnTo>
                  <a:lnTo>
                    <a:pt x="10136251" y="1382395"/>
                  </a:lnTo>
                  <a:lnTo>
                    <a:pt x="10119360" y="1382395"/>
                  </a:lnTo>
                  <a:lnTo>
                    <a:pt x="10119360" y="16891"/>
                  </a:lnTo>
                  <a:lnTo>
                    <a:pt x="10136251" y="16891"/>
                  </a:lnTo>
                  <a:lnTo>
                    <a:pt x="10136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4F72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188720" y="4114800"/>
            <a:ext cx="2743200" cy="1024128"/>
            <a:chOff x="0" y="0"/>
            <a:chExt cx="3657600" cy="136550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657600" cy="1365504"/>
            </a:xfrm>
            <a:custGeom>
              <a:avLst/>
              <a:gdLst/>
              <a:ahLst/>
              <a:cxnLst/>
              <a:rect r="r" b="b" t="t" l="l"/>
              <a:pathLst>
                <a:path h="136550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2" r="0" b="-2192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3657600" cy="14036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SERVICE LAYER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3840480" y="4114800"/>
            <a:ext cx="4572000" cy="1024128"/>
            <a:chOff x="0" y="0"/>
            <a:chExt cx="6096000" cy="136550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096000" cy="1365504"/>
            </a:xfrm>
            <a:custGeom>
              <a:avLst/>
              <a:gdLst/>
              <a:ahLst/>
              <a:cxnLst/>
              <a:rect r="r" b="b" t="t" l="l"/>
              <a:pathLst>
                <a:path h="1365504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86" r="0" b="-36986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6096000" cy="14036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AF4F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DataStore · Session · Carrito (cart service)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93143" y="5254247"/>
            <a:ext cx="7614923" cy="1049531"/>
            <a:chOff x="0" y="0"/>
            <a:chExt cx="10153231" cy="139937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6891" y="16891"/>
              <a:ext cx="10119360" cy="1365504"/>
            </a:xfrm>
            <a:custGeom>
              <a:avLst/>
              <a:gdLst/>
              <a:ahLst/>
              <a:cxnLst/>
              <a:rect r="r" b="b" t="t" l="l"/>
              <a:pathLst>
                <a:path h="1365504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1365504"/>
                  </a:lnTo>
                  <a:lnTo>
                    <a:pt x="0" y="1365504"/>
                  </a:lnTo>
                  <a:close/>
                </a:path>
              </a:pathLst>
            </a:custGeom>
            <a:solidFill>
              <a:srgbClr val="1A5276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153142" cy="1399286"/>
            </a:xfrm>
            <a:custGeom>
              <a:avLst/>
              <a:gdLst/>
              <a:ahLst/>
              <a:cxnLst/>
              <a:rect r="r" b="b" t="t" l="l"/>
              <a:pathLst>
                <a:path h="1399286" w="10153142">
                  <a:moveTo>
                    <a:pt x="16891" y="0"/>
                  </a:moveTo>
                  <a:lnTo>
                    <a:pt x="10136251" y="0"/>
                  </a:lnTo>
                  <a:cubicBezTo>
                    <a:pt x="10145649" y="0"/>
                    <a:pt x="10153142" y="7620"/>
                    <a:pt x="10153142" y="16891"/>
                  </a:cubicBezTo>
                  <a:lnTo>
                    <a:pt x="10153142" y="1382395"/>
                  </a:lnTo>
                  <a:cubicBezTo>
                    <a:pt x="10153142" y="1391793"/>
                    <a:pt x="10145522" y="1399286"/>
                    <a:pt x="10136251" y="1399286"/>
                  </a:cubicBezTo>
                  <a:lnTo>
                    <a:pt x="16891" y="1399286"/>
                  </a:lnTo>
                  <a:cubicBezTo>
                    <a:pt x="7493" y="1399286"/>
                    <a:pt x="0" y="1391666"/>
                    <a:pt x="0" y="13823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2395"/>
                  </a:lnTo>
                  <a:lnTo>
                    <a:pt x="16891" y="1382395"/>
                  </a:lnTo>
                  <a:lnTo>
                    <a:pt x="16891" y="1365504"/>
                  </a:lnTo>
                  <a:lnTo>
                    <a:pt x="10136251" y="1365504"/>
                  </a:lnTo>
                  <a:lnTo>
                    <a:pt x="10136251" y="1382395"/>
                  </a:lnTo>
                  <a:lnTo>
                    <a:pt x="10119360" y="1382395"/>
                  </a:lnTo>
                  <a:lnTo>
                    <a:pt x="10119360" y="16891"/>
                  </a:lnTo>
                  <a:lnTo>
                    <a:pt x="10136251" y="16891"/>
                  </a:lnTo>
                  <a:lnTo>
                    <a:pt x="10136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A5276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188720" y="5285232"/>
            <a:ext cx="2743200" cy="1024128"/>
            <a:chOff x="0" y="0"/>
            <a:chExt cx="3657600" cy="136550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657600" cy="1365504"/>
            </a:xfrm>
            <a:custGeom>
              <a:avLst/>
              <a:gdLst/>
              <a:ahLst/>
              <a:cxnLst/>
              <a:rect r="r" b="b" t="t" l="l"/>
              <a:pathLst>
                <a:path h="136550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2" r="0" b="-2192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3657600" cy="14036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 LAYER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3840480" y="5285232"/>
            <a:ext cx="4572000" cy="1024128"/>
            <a:chOff x="0" y="0"/>
            <a:chExt cx="6096000" cy="136550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096000" cy="1365504"/>
            </a:xfrm>
            <a:custGeom>
              <a:avLst/>
              <a:gdLst/>
              <a:ahLst/>
              <a:cxnLst/>
              <a:rect r="r" b="b" t="t" l="l"/>
              <a:pathLst>
                <a:path h="1365504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86" r="0" b="-36986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6096000" cy="14036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AF4F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Usuario · ClaseDeportiva · Producto · MensajeChat…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93143" y="6424679"/>
            <a:ext cx="7614923" cy="1049531"/>
            <a:chOff x="0" y="0"/>
            <a:chExt cx="10153231" cy="1399375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16891" y="16891"/>
              <a:ext cx="10119360" cy="1365504"/>
            </a:xfrm>
            <a:custGeom>
              <a:avLst/>
              <a:gdLst/>
              <a:ahLst/>
              <a:cxnLst/>
              <a:rect r="r" b="b" t="t" l="l"/>
              <a:pathLst>
                <a:path h="1365504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1365504"/>
                  </a:lnTo>
                  <a:lnTo>
                    <a:pt x="0" y="1365504"/>
                  </a:lnTo>
                  <a:close/>
                </a:path>
              </a:pathLst>
            </a:custGeom>
            <a:solidFill>
              <a:srgbClr val="117A65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153142" cy="1399286"/>
            </a:xfrm>
            <a:custGeom>
              <a:avLst/>
              <a:gdLst/>
              <a:ahLst/>
              <a:cxnLst/>
              <a:rect r="r" b="b" t="t" l="l"/>
              <a:pathLst>
                <a:path h="1399286" w="10153142">
                  <a:moveTo>
                    <a:pt x="16891" y="0"/>
                  </a:moveTo>
                  <a:lnTo>
                    <a:pt x="10136251" y="0"/>
                  </a:lnTo>
                  <a:cubicBezTo>
                    <a:pt x="10145649" y="0"/>
                    <a:pt x="10153142" y="7620"/>
                    <a:pt x="10153142" y="16891"/>
                  </a:cubicBezTo>
                  <a:lnTo>
                    <a:pt x="10153142" y="1382395"/>
                  </a:lnTo>
                  <a:cubicBezTo>
                    <a:pt x="10153142" y="1391793"/>
                    <a:pt x="10145522" y="1399286"/>
                    <a:pt x="10136251" y="1399286"/>
                  </a:cubicBezTo>
                  <a:lnTo>
                    <a:pt x="16891" y="1399286"/>
                  </a:lnTo>
                  <a:cubicBezTo>
                    <a:pt x="7493" y="1399286"/>
                    <a:pt x="0" y="1391666"/>
                    <a:pt x="0" y="13823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2395"/>
                  </a:lnTo>
                  <a:lnTo>
                    <a:pt x="16891" y="1382395"/>
                  </a:lnTo>
                  <a:lnTo>
                    <a:pt x="16891" y="1365504"/>
                  </a:lnTo>
                  <a:lnTo>
                    <a:pt x="10136251" y="1365504"/>
                  </a:lnTo>
                  <a:lnTo>
                    <a:pt x="10136251" y="1382395"/>
                  </a:lnTo>
                  <a:lnTo>
                    <a:pt x="10119360" y="1382395"/>
                  </a:lnTo>
                  <a:lnTo>
                    <a:pt x="10119360" y="16891"/>
                  </a:lnTo>
                  <a:lnTo>
                    <a:pt x="10136251" y="16891"/>
                  </a:lnTo>
                  <a:lnTo>
                    <a:pt x="10136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17A65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188720" y="6455664"/>
            <a:ext cx="2743200" cy="1024128"/>
            <a:chOff x="0" y="0"/>
            <a:chExt cx="3657600" cy="136550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657600" cy="1365504"/>
            </a:xfrm>
            <a:custGeom>
              <a:avLst/>
              <a:gdLst/>
              <a:ahLst/>
              <a:cxnLst/>
              <a:rect r="r" b="b" t="t" l="l"/>
              <a:pathLst>
                <a:path h="136550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2" r="0" b="-2192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3657600" cy="14036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UTIL LAYER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3840480" y="6455664"/>
            <a:ext cx="4572000" cy="1024128"/>
            <a:chOff x="0" y="0"/>
            <a:chExt cx="6096000" cy="136550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096000" cy="1365504"/>
            </a:xfrm>
            <a:custGeom>
              <a:avLst/>
              <a:gdLst/>
              <a:ahLst/>
              <a:cxnLst/>
              <a:rect r="r" b="b" t="t" l="l"/>
              <a:pathLst>
                <a:path h="1365504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86" r="0" b="-36986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6096000" cy="14036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AF4F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SceneManager · DBUtil · AlertUtils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93143" y="7595111"/>
            <a:ext cx="7614923" cy="1049531"/>
            <a:chOff x="0" y="0"/>
            <a:chExt cx="10153231" cy="1399375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16891" y="16891"/>
              <a:ext cx="10119360" cy="1365504"/>
            </a:xfrm>
            <a:custGeom>
              <a:avLst/>
              <a:gdLst/>
              <a:ahLst/>
              <a:cxnLst/>
              <a:rect r="r" b="b" t="t" l="l"/>
              <a:pathLst>
                <a:path h="1365504" w="10119360">
                  <a:moveTo>
                    <a:pt x="0" y="0"/>
                  </a:moveTo>
                  <a:lnTo>
                    <a:pt x="10119360" y="0"/>
                  </a:lnTo>
                  <a:lnTo>
                    <a:pt x="10119360" y="1365504"/>
                  </a:lnTo>
                  <a:lnTo>
                    <a:pt x="0" y="1365504"/>
                  </a:lnTo>
                  <a:close/>
                </a:path>
              </a:pathLst>
            </a:custGeom>
            <a:solidFill>
              <a:srgbClr val="5D6D7E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153142" cy="1399286"/>
            </a:xfrm>
            <a:custGeom>
              <a:avLst/>
              <a:gdLst/>
              <a:ahLst/>
              <a:cxnLst/>
              <a:rect r="r" b="b" t="t" l="l"/>
              <a:pathLst>
                <a:path h="1399286" w="10153142">
                  <a:moveTo>
                    <a:pt x="16891" y="0"/>
                  </a:moveTo>
                  <a:lnTo>
                    <a:pt x="10136251" y="0"/>
                  </a:lnTo>
                  <a:cubicBezTo>
                    <a:pt x="10145649" y="0"/>
                    <a:pt x="10153142" y="7620"/>
                    <a:pt x="10153142" y="16891"/>
                  </a:cubicBezTo>
                  <a:lnTo>
                    <a:pt x="10153142" y="1382395"/>
                  </a:lnTo>
                  <a:cubicBezTo>
                    <a:pt x="10153142" y="1391793"/>
                    <a:pt x="10145522" y="1399286"/>
                    <a:pt x="10136251" y="1399286"/>
                  </a:cubicBezTo>
                  <a:lnTo>
                    <a:pt x="16891" y="1399286"/>
                  </a:lnTo>
                  <a:cubicBezTo>
                    <a:pt x="7493" y="1399286"/>
                    <a:pt x="0" y="1391666"/>
                    <a:pt x="0" y="13823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2395"/>
                  </a:lnTo>
                  <a:lnTo>
                    <a:pt x="16891" y="1382395"/>
                  </a:lnTo>
                  <a:lnTo>
                    <a:pt x="16891" y="1365504"/>
                  </a:lnTo>
                  <a:lnTo>
                    <a:pt x="10136251" y="1365504"/>
                  </a:lnTo>
                  <a:lnTo>
                    <a:pt x="10136251" y="1382395"/>
                  </a:lnTo>
                  <a:lnTo>
                    <a:pt x="10119360" y="1382395"/>
                  </a:lnTo>
                  <a:lnTo>
                    <a:pt x="10119360" y="16891"/>
                  </a:lnTo>
                  <a:lnTo>
                    <a:pt x="10136251" y="16891"/>
                  </a:lnTo>
                  <a:lnTo>
                    <a:pt x="10136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D6D7E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188720" y="7626096"/>
            <a:ext cx="2743200" cy="1024128"/>
            <a:chOff x="0" y="0"/>
            <a:chExt cx="3657600" cy="136550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657600" cy="1365504"/>
            </a:xfrm>
            <a:custGeom>
              <a:avLst/>
              <a:gdLst/>
              <a:ahLst/>
              <a:cxnLst/>
              <a:rect r="r" b="b" t="t" l="l"/>
              <a:pathLst>
                <a:path h="136550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2" r="0" b="-2192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3657600" cy="14036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LAYER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3840480" y="7626096"/>
            <a:ext cx="4572000" cy="1024128"/>
            <a:chOff x="0" y="0"/>
            <a:chExt cx="6096000" cy="136550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096000" cy="1365504"/>
            </a:xfrm>
            <a:custGeom>
              <a:avLst/>
              <a:gdLst/>
              <a:ahLst/>
              <a:cxnLst/>
              <a:rect r="r" b="b" t="t" l="l"/>
              <a:pathLst>
                <a:path h="1365504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986" r="0" b="-36986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6096000" cy="14036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EAF4F4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MySQL (primary)  /  In-Memory fallback (local mode)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411967" y="2188207"/>
            <a:ext cx="8242297" cy="1658617"/>
            <a:chOff x="0" y="0"/>
            <a:chExt cx="10989729" cy="2211489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8509" y="8509"/>
              <a:ext cx="109728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989818" cy="2211578"/>
            </a:xfrm>
            <a:custGeom>
              <a:avLst/>
              <a:gdLst/>
              <a:ahLst/>
              <a:cxnLst/>
              <a:rect r="r" b="b" t="t" l="l"/>
              <a:pathLst>
                <a:path h="2211578" w="10989818">
                  <a:moveTo>
                    <a:pt x="8509" y="0"/>
                  </a:moveTo>
                  <a:lnTo>
                    <a:pt x="10981309" y="0"/>
                  </a:lnTo>
                  <a:cubicBezTo>
                    <a:pt x="10986008" y="0"/>
                    <a:pt x="10989818" y="3810"/>
                    <a:pt x="10989818" y="8509"/>
                  </a:cubicBezTo>
                  <a:lnTo>
                    <a:pt x="10989818" y="2203069"/>
                  </a:lnTo>
                  <a:cubicBezTo>
                    <a:pt x="10989818" y="2207768"/>
                    <a:pt x="10986008" y="2211578"/>
                    <a:pt x="10981309" y="2211578"/>
                  </a:cubicBezTo>
                  <a:lnTo>
                    <a:pt x="8509" y="2211578"/>
                  </a:lnTo>
                  <a:cubicBezTo>
                    <a:pt x="3810" y="2211578"/>
                    <a:pt x="0" y="2207768"/>
                    <a:pt x="0" y="22030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203069"/>
                  </a:lnTo>
                  <a:lnTo>
                    <a:pt x="8509" y="2203069"/>
                  </a:lnTo>
                  <a:lnTo>
                    <a:pt x="8509" y="2194560"/>
                  </a:lnTo>
                  <a:lnTo>
                    <a:pt x="10981309" y="2194560"/>
                  </a:lnTo>
                  <a:lnTo>
                    <a:pt x="10981309" y="2203069"/>
                  </a:lnTo>
                  <a:lnTo>
                    <a:pt x="10972800" y="2203069"/>
                  </a:lnTo>
                  <a:lnTo>
                    <a:pt x="10972800" y="8509"/>
                  </a:lnTo>
                  <a:lnTo>
                    <a:pt x="10981309" y="8509"/>
                  </a:lnTo>
                  <a:lnTo>
                    <a:pt x="109813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BFC9CA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9405623" y="2181863"/>
            <a:ext cx="391163" cy="1671323"/>
            <a:chOff x="0" y="0"/>
            <a:chExt cx="521551" cy="2228431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16891" y="16891"/>
              <a:ext cx="4876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39C12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21462" cy="2228342"/>
            </a:xfrm>
            <a:custGeom>
              <a:avLst/>
              <a:gdLst/>
              <a:ahLst/>
              <a:cxnLst/>
              <a:rect r="r" b="b" t="t" l="l"/>
              <a:pathLst>
                <a:path h="2228342" w="521462">
                  <a:moveTo>
                    <a:pt x="16891" y="0"/>
                  </a:moveTo>
                  <a:lnTo>
                    <a:pt x="504571" y="0"/>
                  </a:lnTo>
                  <a:cubicBezTo>
                    <a:pt x="513969" y="0"/>
                    <a:pt x="521462" y="7620"/>
                    <a:pt x="521462" y="16891"/>
                  </a:cubicBezTo>
                  <a:lnTo>
                    <a:pt x="521462" y="2211451"/>
                  </a:lnTo>
                  <a:cubicBezTo>
                    <a:pt x="521462" y="2220849"/>
                    <a:pt x="513842" y="2228342"/>
                    <a:pt x="504571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504571" y="2194560"/>
                  </a:lnTo>
                  <a:lnTo>
                    <a:pt x="504571" y="2211451"/>
                  </a:lnTo>
                  <a:lnTo>
                    <a:pt x="487680" y="2211451"/>
                  </a:lnTo>
                  <a:lnTo>
                    <a:pt x="487680" y="16891"/>
                  </a:lnTo>
                  <a:lnTo>
                    <a:pt x="504571" y="16891"/>
                  </a:lnTo>
                  <a:lnTo>
                    <a:pt x="5045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9930384" y="2286000"/>
            <a:ext cx="7498080" cy="585216"/>
            <a:chOff x="0" y="0"/>
            <a:chExt cx="9997440" cy="780288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9997440" cy="780288"/>
            </a:xfrm>
            <a:custGeom>
              <a:avLst/>
              <a:gdLst/>
              <a:ahLst/>
              <a:cxnLst/>
              <a:rect r="r" b="b" t="t" l="l"/>
              <a:pathLst>
                <a:path h="78028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652" r="0" b="-199652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999744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JavaFX + FXML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9930384" y="2926080"/>
            <a:ext cx="7498080" cy="804672"/>
            <a:chOff x="0" y="0"/>
            <a:chExt cx="9997440" cy="107289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9997440" cy="1072896"/>
            </a:xfrm>
            <a:custGeom>
              <a:avLst/>
              <a:gdLst/>
              <a:ahLst/>
              <a:cxnLst/>
              <a:rect r="r" b="b" t="t" l="l"/>
              <a:pathLst>
                <a:path h="1072896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565" r="0" b="-131565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85725"/>
              <a:ext cx="9997440" cy="1158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6"/>
                </a:lnSpc>
              </a:pPr>
              <a:r>
                <a:rPr lang="en-US" sz="1900">
                  <a:solidFill>
                    <a:srgbClr val="7F8C8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UI defined in FXML with controller injection. SceneManager handles all view transitions centrally without code duplication.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9411967" y="4108447"/>
            <a:ext cx="8242297" cy="1658617"/>
            <a:chOff x="0" y="0"/>
            <a:chExt cx="10989729" cy="2211489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8509" y="8509"/>
              <a:ext cx="109728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989818" cy="2211578"/>
            </a:xfrm>
            <a:custGeom>
              <a:avLst/>
              <a:gdLst/>
              <a:ahLst/>
              <a:cxnLst/>
              <a:rect r="r" b="b" t="t" l="l"/>
              <a:pathLst>
                <a:path h="2211578" w="10989818">
                  <a:moveTo>
                    <a:pt x="8509" y="0"/>
                  </a:moveTo>
                  <a:lnTo>
                    <a:pt x="10981309" y="0"/>
                  </a:lnTo>
                  <a:cubicBezTo>
                    <a:pt x="10986008" y="0"/>
                    <a:pt x="10989818" y="3810"/>
                    <a:pt x="10989818" y="8509"/>
                  </a:cubicBezTo>
                  <a:lnTo>
                    <a:pt x="10989818" y="2203069"/>
                  </a:lnTo>
                  <a:cubicBezTo>
                    <a:pt x="10989818" y="2207768"/>
                    <a:pt x="10986008" y="2211578"/>
                    <a:pt x="10981309" y="2211578"/>
                  </a:cubicBezTo>
                  <a:lnTo>
                    <a:pt x="8509" y="2211578"/>
                  </a:lnTo>
                  <a:cubicBezTo>
                    <a:pt x="3810" y="2211578"/>
                    <a:pt x="0" y="2207768"/>
                    <a:pt x="0" y="22030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203069"/>
                  </a:lnTo>
                  <a:lnTo>
                    <a:pt x="8509" y="2203069"/>
                  </a:lnTo>
                  <a:lnTo>
                    <a:pt x="8509" y="2194560"/>
                  </a:lnTo>
                  <a:lnTo>
                    <a:pt x="10981309" y="2194560"/>
                  </a:lnTo>
                  <a:lnTo>
                    <a:pt x="10981309" y="2203069"/>
                  </a:lnTo>
                  <a:lnTo>
                    <a:pt x="10972800" y="2203069"/>
                  </a:lnTo>
                  <a:lnTo>
                    <a:pt x="10972800" y="8509"/>
                  </a:lnTo>
                  <a:lnTo>
                    <a:pt x="10981309" y="8509"/>
                  </a:lnTo>
                  <a:lnTo>
                    <a:pt x="109813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BFC9CA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9405623" y="4102103"/>
            <a:ext cx="391163" cy="1671323"/>
            <a:chOff x="0" y="0"/>
            <a:chExt cx="521551" cy="2228431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16891" y="16891"/>
              <a:ext cx="4876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39C12"/>
            </a:solidFill>
          </p:spPr>
        </p:sp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21462" cy="2228342"/>
            </a:xfrm>
            <a:custGeom>
              <a:avLst/>
              <a:gdLst/>
              <a:ahLst/>
              <a:cxnLst/>
              <a:rect r="r" b="b" t="t" l="l"/>
              <a:pathLst>
                <a:path h="2228342" w="521462">
                  <a:moveTo>
                    <a:pt x="16891" y="0"/>
                  </a:moveTo>
                  <a:lnTo>
                    <a:pt x="504571" y="0"/>
                  </a:lnTo>
                  <a:cubicBezTo>
                    <a:pt x="513969" y="0"/>
                    <a:pt x="521462" y="7620"/>
                    <a:pt x="521462" y="16891"/>
                  </a:cubicBezTo>
                  <a:lnTo>
                    <a:pt x="521462" y="2211451"/>
                  </a:lnTo>
                  <a:cubicBezTo>
                    <a:pt x="521462" y="2220849"/>
                    <a:pt x="513842" y="2228342"/>
                    <a:pt x="504571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504571" y="2194560"/>
                  </a:lnTo>
                  <a:lnTo>
                    <a:pt x="504571" y="2211451"/>
                  </a:lnTo>
                  <a:lnTo>
                    <a:pt x="487680" y="2211451"/>
                  </a:lnTo>
                  <a:lnTo>
                    <a:pt x="487680" y="16891"/>
                  </a:lnTo>
                  <a:lnTo>
                    <a:pt x="504571" y="16891"/>
                  </a:lnTo>
                  <a:lnTo>
                    <a:pt x="5045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9930384" y="4206240"/>
            <a:ext cx="7498080" cy="585216"/>
            <a:chOff x="0" y="0"/>
            <a:chExt cx="9997440" cy="78028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9997440" cy="780288"/>
            </a:xfrm>
            <a:custGeom>
              <a:avLst/>
              <a:gdLst/>
              <a:ahLst/>
              <a:cxnLst/>
              <a:rect r="r" b="b" t="t" l="l"/>
              <a:pathLst>
                <a:path h="78028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652" r="0" b="-199652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999744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MySQL + JDBC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9930384" y="4846320"/>
            <a:ext cx="7498080" cy="804672"/>
            <a:chOff x="0" y="0"/>
            <a:chExt cx="9997440" cy="107289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9997440" cy="1072896"/>
            </a:xfrm>
            <a:custGeom>
              <a:avLst/>
              <a:gdLst/>
              <a:ahLst/>
              <a:cxnLst/>
              <a:rect r="r" b="b" t="t" l="l"/>
              <a:pathLst>
                <a:path h="1072896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565" r="0" b="-131565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85725"/>
              <a:ext cx="9997440" cy="1158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6"/>
                </a:lnSpc>
              </a:pPr>
              <a:r>
                <a:rPr lang="en-US" sz="1900">
                  <a:solidFill>
                    <a:srgbClr val="7F8C8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DBUtil provides connection management. DataStore executes prepared statements and stored procedures for class enrolment.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9411967" y="6028687"/>
            <a:ext cx="8242297" cy="1658617"/>
            <a:chOff x="0" y="0"/>
            <a:chExt cx="10989729" cy="2211489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8509" y="8509"/>
              <a:ext cx="109728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0989818" cy="2211578"/>
            </a:xfrm>
            <a:custGeom>
              <a:avLst/>
              <a:gdLst/>
              <a:ahLst/>
              <a:cxnLst/>
              <a:rect r="r" b="b" t="t" l="l"/>
              <a:pathLst>
                <a:path h="2211578" w="10989818">
                  <a:moveTo>
                    <a:pt x="8509" y="0"/>
                  </a:moveTo>
                  <a:lnTo>
                    <a:pt x="10981309" y="0"/>
                  </a:lnTo>
                  <a:cubicBezTo>
                    <a:pt x="10986008" y="0"/>
                    <a:pt x="10989818" y="3810"/>
                    <a:pt x="10989818" y="8509"/>
                  </a:cubicBezTo>
                  <a:lnTo>
                    <a:pt x="10989818" y="2203069"/>
                  </a:lnTo>
                  <a:cubicBezTo>
                    <a:pt x="10989818" y="2207768"/>
                    <a:pt x="10986008" y="2211578"/>
                    <a:pt x="10981309" y="2211578"/>
                  </a:cubicBezTo>
                  <a:lnTo>
                    <a:pt x="8509" y="2211578"/>
                  </a:lnTo>
                  <a:cubicBezTo>
                    <a:pt x="3810" y="2211578"/>
                    <a:pt x="0" y="2207768"/>
                    <a:pt x="0" y="22030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203069"/>
                  </a:lnTo>
                  <a:lnTo>
                    <a:pt x="8509" y="2203069"/>
                  </a:lnTo>
                  <a:lnTo>
                    <a:pt x="8509" y="2194560"/>
                  </a:lnTo>
                  <a:lnTo>
                    <a:pt x="10981309" y="2194560"/>
                  </a:lnTo>
                  <a:lnTo>
                    <a:pt x="10981309" y="2203069"/>
                  </a:lnTo>
                  <a:lnTo>
                    <a:pt x="10972800" y="2203069"/>
                  </a:lnTo>
                  <a:lnTo>
                    <a:pt x="10972800" y="8509"/>
                  </a:lnTo>
                  <a:lnTo>
                    <a:pt x="10981309" y="8509"/>
                  </a:lnTo>
                  <a:lnTo>
                    <a:pt x="109813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BFC9CA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9405623" y="6022343"/>
            <a:ext cx="391163" cy="1671323"/>
            <a:chOff x="0" y="0"/>
            <a:chExt cx="521551" cy="2228431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16891" y="16891"/>
              <a:ext cx="4876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39C12"/>
            </a:solidFill>
          </p:spPr>
        </p:sp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521462" cy="2228342"/>
            </a:xfrm>
            <a:custGeom>
              <a:avLst/>
              <a:gdLst/>
              <a:ahLst/>
              <a:cxnLst/>
              <a:rect r="r" b="b" t="t" l="l"/>
              <a:pathLst>
                <a:path h="2228342" w="521462">
                  <a:moveTo>
                    <a:pt x="16891" y="0"/>
                  </a:moveTo>
                  <a:lnTo>
                    <a:pt x="504571" y="0"/>
                  </a:lnTo>
                  <a:cubicBezTo>
                    <a:pt x="513969" y="0"/>
                    <a:pt x="521462" y="7620"/>
                    <a:pt x="521462" y="16891"/>
                  </a:cubicBezTo>
                  <a:lnTo>
                    <a:pt x="521462" y="2211451"/>
                  </a:lnTo>
                  <a:cubicBezTo>
                    <a:pt x="521462" y="2220849"/>
                    <a:pt x="513842" y="2228342"/>
                    <a:pt x="504571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504571" y="2194560"/>
                  </a:lnTo>
                  <a:lnTo>
                    <a:pt x="504571" y="2211451"/>
                  </a:lnTo>
                  <a:lnTo>
                    <a:pt x="487680" y="2211451"/>
                  </a:lnTo>
                  <a:lnTo>
                    <a:pt x="487680" y="16891"/>
                  </a:lnTo>
                  <a:lnTo>
                    <a:pt x="504571" y="16891"/>
                  </a:lnTo>
                  <a:lnTo>
                    <a:pt x="5045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9930384" y="6126480"/>
            <a:ext cx="7498080" cy="585216"/>
            <a:chOff x="0" y="0"/>
            <a:chExt cx="9997440" cy="780288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9997440" cy="780288"/>
            </a:xfrm>
            <a:custGeom>
              <a:avLst/>
              <a:gdLst/>
              <a:ahLst/>
              <a:cxnLst/>
              <a:rect r="r" b="b" t="t" l="l"/>
              <a:pathLst>
                <a:path h="78028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652" r="0" b="-199652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999744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Session Management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9930384" y="6766560"/>
            <a:ext cx="7498080" cy="804672"/>
            <a:chOff x="0" y="0"/>
            <a:chExt cx="9997440" cy="1072896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9997440" cy="1072896"/>
            </a:xfrm>
            <a:custGeom>
              <a:avLst/>
              <a:gdLst/>
              <a:ahLst/>
              <a:cxnLst/>
              <a:rect r="r" b="b" t="t" l="l"/>
              <a:pathLst>
                <a:path h="1072896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565" r="0" b="-131565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85725"/>
              <a:ext cx="9997440" cy="1158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6"/>
                </a:lnSpc>
              </a:pPr>
              <a:r>
                <a:rPr lang="en-US" sz="1900">
                  <a:solidFill>
                    <a:srgbClr val="7F8C8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Static Session class holds the logged-in user and is passed between screens without re-querying the database.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9411967" y="7948927"/>
            <a:ext cx="8242297" cy="1658617"/>
            <a:chOff x="0" y="0"/>
            <a:chExt cx="10989729" cy="2211489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8509" y="8509"/>
              <a:ext cx="109728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0989818" cy="2211578"/>
            </a:xfrm>
            <a:custGeom>
              <a:avLst/>
              <a:gdLst/>
              <a:ahLst/>
              <a:cxnLst/>
              <a:rect r="r" b="b" t="t" l="l"/>
              <a:pathLst>
                <a:path h="2211578" w="10989818">
                  <a:moveTo>
                    <a:pt x="8509" y="0"/>
                  </a:moveTo>
                  <a:lnTo>
                    <a:pt x="10981309" y="0"/>
                  </a:lnTo>
                  <a:cubicBezTo>
                    <a:pt x="10986008" y="0"/>
                    <a:pt x="10989818" y="3810"/>
                    <a:pt x="10989818" y="8509"/>
                  </a:cubicBezTo>
                  <a:lnTo>
                    <a:pt x="10989818" y="2203069"/>
                  </a:lnTo>
                  <a:cubicBezTo>
                    <a:pt x="10989818" y="2207768"/>
                    <a:pt x="10986008" y="2211578"/>
                    <a:pt x="10981309" y="2211578"/>
                  </a:cubicBezTo>
                  <a:lnTo>
                    <a:pt x="8509" y="2211578"/>
                  </a:lnTo>
                  <a:cubicBezTo>
                    <a:pt x="3810" y="2211578"/>
                    <a:pt x="0" y="2207768"/>
                    <a:pt x="0" y="220306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2203069"/>
                  </a:lnTo>
                  <a:lnTo>
                    <a:pt x="8509" y="2203069"/>
                  </a:lnTo>
                  <a:lnTo>
                    <a:pt x="8509" y="2194560"/>
                  </a:lnTo>
                  <a:lnTo>
                    <a:pt x="10981309" y="2194560"/>
                  </a:lnTo>
                  <a:lnTo>
                    <a:pt x="10981309" y="2203069"/>
                  </a:lnTo>
                  <a:lnTo>
                    <a:pt x="10972800" y="2203069"/>
                  </a:lnTo>
                  <a:lnTo>
                    <a:pt x="10972800" y="8509"/>
                  </a:lnTo>
                  <a:lnTo>
                    <a:pt x="10981309" y="8509"/>
                  </a:lnTo>
                  <a:lnTo>
                    <a:pt x="1098130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BFC9CA"/>
            </a:solid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9405623" y="7942583"/>
            <a:ext cx="391163" cy="1671323"/>
            <a:chOff x="0" y="0"/>
            <a:chExt cx="521551" cy="2228431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16891" y="16891"/>
              <a:ext cx="4876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2194560"/>
                  </a:lnTo>
                  <a:lnTo>
                    <a:pt x="0" y="2194560"/>
                  </a:lnTo>
                  <a:close/>
                </a:path>
              </a:pathLst>
            </a:custGeom>
            <a:solidFill>
              <a:srgbClr val="F39C12"/>
            </a:solidFill>
          </p:spPr>
        </p:sp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521462" cy="2228342"/>
            </a:xfrm>
            <a:custGeom>
              <a:avLst/>
              <a:gdLst/>
              <a:ahLst/>
              <a:cxnLst/>
              <a:rect r="r" b="b" t="t" l="l"/>
              <a:pathLst>
                <a:path h="2228342" w="521462">
                  <a:moveTo>
                    <a:pt x="16891" y="0"/>
                  </a:moveTo>
                  <a:lnTo>
                    <a:pt x="504571" y="0"/>
                  </a:lnTo>
                  <a:cubicBezTo>
                    <a:pt x="513969" y="0"/>
                    <a:pt x="521462" y="7620"/>
                    <a:pt x="521462" y="16891"/>
                  </a:cubicBezTo>
                  <a:lnTo>
                    <a:pt x="521462" y="2211451"/>
                  </a:lnTo>
                  <a:cubicBezTo>
                    <a:pt x="521462" y="2220849"/>
                    <a:pt x="513842" y="2228342"/>
                    <a:pt x="504571" y="2228342"/>
                  </a:cubicBezTo>
                  <a:lnTo>
                    <a:pt x="16891" y="2228342"/>
                  </a:lnTo>
                  <a:cubicBezTo>
                    <a:pt x="7493" y="2228342"/>
                    <a:pt x="0" y="2220722"/>
                    <a:pt x="0" y="2211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11451"/>
                  </a:lnTo>
                  <a:lnTo>
                    <a:pt x="16891" y="2211451"/>
                  </a:lnTo>
                  <a:lnTo>
                    <a:pt x="16891" y="2194560"/>
                  </a:lnTo>
                  <a:lnTo>
                    <a:pt x="504571" y="2194560"/>
                  </a:lnTo>
                  <a:lnTo>
                    <a:pt x="504571" y="2211451"/>
                  </a:lnTo>
                  <a:lnTo>
                    <a:pt x="487680" y="2211451"/>
                  </a:lnTo>
                  <a:lnTo>
                    <a:pt x="487680" y="16891"/>
                  </a:lnTo>
                  <a:lnTo>
                    <a:pt x="504571" y="16891"/>
                  </a:lnTo>
                  <a:lnTo>
                    <a:pt x="5045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39C12"/>
            </a:solid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9930384" y="8046720"/>
            <a:ext cx="7498080" cy="585216"/>
            <a:chOff x="0" y="0"/>
            <a:chExt cx="9997440" cy="780288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9997440" cy="780288"/>
            </a:xfrm>
            <a:custGeom>
              <a:avLst/>
              <a:gdLst/>
              <a:ahLst/>
              <a:cxnLst/>
              <a:rect r="r" b="b" t="t" l="l"/>
              <a:pathLst>
                <a:path h="78028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652" r="0" b="-199652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38100"/>
              <a:ext cx="9997440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0D1B2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Fallback Mode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9930384" y="8686800"/>
            <a:ext cx="7498080" cy="804672"/>
            <a:chOff x="0" y="0"/>
            <a:chExt cx="9997440" cy="1072896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9997440" cy="1072896"/>
            </a:xfrm>
            <a:custGeom>
              <a:avLst/>
              <a:gdLst/>
              <a:ahLst/>
              <a:cxnLst/>
              <a:rect r="r" b="b" t="t" l="l"/>
              <a:pathLst>
                <a:path h="1072896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565" r="0" b="-131565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85725"/>
              <a:ext cx="9997440" cy="11586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6"/>
                </a:lnSpc>
              </a:pPr>
              <a:r>
                <a:rPr lang="en-US" sz="1900">
                  <a:solidFill>
                    <a:srgbClr val="7F8C8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If MySQL is unreachable, the app loads predefined demo data so the full UI remains functional in offline mode.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402336"/>
            <a:ext cx="16459200" cy="950976"/>
            <a:chOff x="0" y="0"/>
            <a:chExt cx="21945600" cy="12679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267968"/>
            </a:xfrm>
            <a:custGeom>
              <a:avLst/>
              <a:gdLst/>
              <a:ahLst/>
              <a:cxnLst/>
              <a:rect r="r" b="b" t="t" l="l"/>
              <a:pathLst>
                <a:path h="126796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7241" r="0" b="-28724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1945600" cy="13917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AREAS WORKED 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1353312"/>
            <a:ext cx="16459200" cy="548640"/>
            <a:chOff x="0" y="0"/>
            <a:chExt cx="21945600" cy="7315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19456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1ABC9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Summary of every technical and functional area developed during the project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6057" y="2222249"/>
            <a:ext cx="4041143" cy="3529079"/>
            <a:chOff x="0" y="0"/>
            <a:chExt cx="5388191" cy="470543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1811" y="11811"/>
              <a:ext cx="5364480" cy="4681728"/>
            </a:xfrm>
            <a:custGeom>
              <a:avLst/>
              <a:gdLst/>
              <a:ahLst/>
              <a:cxnLst/>
              <a:rect r="r" b="b" t="t" l="l"/>
              <a:pathLst>
                <a:path h="468172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4681728"/>
                  </a:lnTo>
                  <a:lnTo>
                    <a:pt x="0" y="4681728"/>
                  </a:lnTo>
                  <a:close/>
                </a:path>
              </a:pathLst>
            </a:custGeom>
            <a:solidFill>
              <a:srgbClr val="1B4F72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88102" cy="4705350"/>
            </a:xfrm>
            <a:custGeom>
              <a:avLst/>
              <a:gdLst/>
              <a:ahLst/>
              <a:cxnLst/>
              <a:rect r="r" b="b" t="t" l="l"/>
              <a:pathLst>
                <a:path h="4705350" w="5388102">
                  <a:moveTo>
                    <a:pt x="11811" y="0"/>
                  </a:moveTo>
                  <a:lnTo>
                    <a:pt x="5376291" y="0"/>
                  </a:lnTo>
                  <a:cubicBezTo>
                    <a:pt x="5382895" y="0"/>
                    <a:pt x="5388102" y="5334"/>
                    <a:pt x="5388102" y="11811"/>
                  </a:cubicBezTo>
                  <a:lnTo>
                    <a:pt x="5388102" y="4693539"/>
                  </a:lnTo>
                  <a:cubicBezTo>
                    <a:pt x="5388102" y="4700143"/>
                    <a:pt x="5382768" y="4705350"/>
                    <a:pt x="5376291" y="4705350"/>
                  </a:cubicBezTo>
                  <a:lnTo>
                    <a:pt x="11811" y="4705350"/>
                  </a:lnTo>
                  <a:cubicBezTo>
                    <a:pt x="5207" y="4705350"/>
                    <a:pt x="0" y="4700016"/>
                    <a:pt x="0" y="4693539"/>
                  </a:cubicBezTo>
                  <a:lnTo>
                    <a:pt x="0" y="11811"/>
                  </a:lnTo>
                  <a:cubicBezTo>
                    <a:pt x="0" y="5334"/>
                    <a:pt x="5334" y="0"/>
                    <a:pt x="11811" y="0"/>
                  </a:cubicBezTo>
                  <a:moveTo>
                    <a:pt x="11811" y="23749"/>
                  </a:moveTo>
                  <a:lnTo>
                    <a:pt x="11811" y="11811"/>
                  </a:lnTo>
                  <a:lnTo>
                    <a:pt x="23622" y="11811"/>
                  </a:lnTo>
                  <a:lnTo>
                    <a:pt x="23622" y="4693539"/>
                  </a:lnTo>
                  <a:lnTo>
                    <a:pt x="11811" y="4693539"/>
                  </a:lnTo>
                  <a:lnTo>
                    <a:pt x="11811" y="4681728"/>
                  </a:lnTo>
                  <a:lnTo>
                    <a:pt x="5376291" y="4681728"/>
                  </a:lnTo>
                  <a:lnTo>
                    <a:pt x="5376291" y="4693539"/>
                  </a:lnTo>
                  <a:lnTo>
                    <a:pt x="5364480" y="4693539"/>
                  </a:lnTo>
                  <a:lnTo>
                    <a:pt x="5364480" y="11811"/>
                  </a:lnTo>
                  <a:lnTo>
                    <a:pt x="5376291" y="11811"/>
                  </a:lnTo>
                  <a:lnTo>
                    <a:pt x="5376291" y="23622"/>
                  </a:lnTo>
                  <a:lnTo>
                    <a:pt x="11811" y="23622"/>
                  </a:lnTo>
                  <a:close/>
                </a:path>
              </a:pathLst>
            </a:custGeom>
            <a:solidFill>
              <a:srgbClr val="1ABC9C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694944" y="2414016"/>
            <a:ext cx="4023360" cy="822960"/>
            <a:chOff x="0" y="0"/>
            <a:chExt cx="5364480" cy="10972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64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260" r="0" b="-4526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76200"/>
              <a:ext cx="536448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🗄️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41248" y="3236976"/>
            <a:ext cx="3767328" cy="694944"/>
            <a:chOff x="0" y="0"/>
            <a:chExt cx="5023104" cy="92659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023104" cy="926592"/>
            </a:xfrm>
            <a:custGeom>
              <a:avLst/>
              <a:gdLst/>
              <a:ahLst/>
              <a:cxnLst/>
              <a:rect r="r" b="b" t="t" l="l"/>
              <a:pathLst>
                <a:path h="926592" w="5023104">
                  <a:moveTo>
                    <a:pt x="0" y="0"/>
                  </a:moveTo>
                  <a:lnTo>
                    <a:pt x="5023104" y="0"/>
                  </a:lnTo>
                  <a:lnTo>
                    <a:pt x="502310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629" r="0" b="-5562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5023104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Database Design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77824" y="3968496"/>
            <a:ext cx="3694176" cy="1609344"/>
            <a:chOff x="0" y="0"/>
            <a:chExt cx="4925568" cy="21457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925568" cy="2145792"/>
            </a:xfrm>
            <a:custGeom>
              <a:avLst/>
              <a:gdLst/>
              <a:ahLst/>
              <a:cxnLst/>
              <a:rect r="r" b="b" t="t" l="l"/>
              <a:pathLst>
                <a:path h="2145792" w="4925568">
                  <a:moveTo>
                    <a:pt x="0" y="0"/>
                  </a:moveTo>
                  <a:lnTo>
                    <a:pt x="4925568" y="0"/>
                  </a:lnTo>
                  <a:lnTo>
                    <a:pt x="4925568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94" t="0" r="-5894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76200"/>
              <a:ext cx="4925568" cy="22219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48"/>
                </a:lnSpc>
              </a:pPr>
              <a:r>
                <a:rPr lang="en-US" sz="1700">
                  <a:solidFill>
                    <a:srgbClr val="BFC9C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SQL schema with 8 tables, foreign keys and stored procedures for enrolment management.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4947161" y="2222249"/>
            <a:ext cx="4041143" cy="3529079"/>
            <a:chOff x="0" y="0"/>
            <a:chExt cx="5388191" cy="470543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1811" y="11811"/>
              <a:ext cx="5364480" cy="4681728"/>
            </a:xfrm>
            <a:custGeom>
              <a:avLst/>
              <a:gdLst/>
              <a:ahLst/>
              <a:cxnLst/>
              <a:rect r="r" b="b" t="t" l="l"/>
              <a:pathLst>
                <a:path h="468172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4681728"/>
                  </a:lnTo>
                  <a:lnTo>
                    <a:pt x="0" y="4681728"/>
                  </a:lnTo>
                  <a:close/>
                </a:path>
              </a:pathLst>
            </a:custGeom>
            <a:solidFill>
              <a:srgbClr val="1B4F72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388102" cy="4705350"/>
            </a:xfrm>
            <a:custGeom>
              <a:avLst/>
              <a:gdLst/>
              <a:ahLst/>
              <a:cxnLst/>
              <a:rect r="r" b="b" t="t" l="l"/>
              <a:pathLst>
                <a:path h="4705350" w="5388102">
                  <a:moveTo>
                    <a:pt x="11811" y="0"/>
                  </a:moveTo>
                  <a:lnTo>
                    <a:pt x="5376291" y="0"/>
                  </a:lnTo>
                  <a:cubicBezTo>
                    <a:pt x="5382895" y="0"/>
                    <a:pt x="5388102" y="5334"/>
                    <a:pt x="5388102" y="11811"/>
                  </a:cubicBezTo>
                  <a:lnTo>
                    <a:pt x="5388102" y="4693539"/>
                  </a:lnTo>
                  <a:cubicBezTo>
                    <a:pt x="5388102" y="4700143"/>
                    <a:pt x="5382768" y="4705350"/>
                    <a:pt x="5376291" y="4705350"/>
                  </a:cubicBezTo>
                  <a:lnTo>
                    <a:pt x="11811" y="4705350"/>
                  </a:lnTo>
                  <a:cubicBezTo>
                    <a:pt x="5207" y="4705350"/>
                    <a:pt x="0" y="4700016"/>
                    <a:pt x="0" y="4693539"/>
                  </a:cubicBezTo>
                  <a:lnTo>
                    <a:pt x="0" y="11811"/>
                  </a:lnTo>
                  <a:cubicBezTo>
                    <a:pt x="0" y="5334"/>
                    <a:pt x="5334" y="0"/>
                    <a:pt x="11811" y="0"/>
                  </a:cubicBezTo>
                  <a:moveTo>
                    <a:pt x="11811" y="23749"/>
                  </a:moveTo>
                  <a:lnTo>
                    <a:pt x="11811" y="11811"/>
                  </a:lnTo>
                  <a:lnTo>
                    <a:pt x="23622" y="11811"/>
                  </a:lnTo>
                  <a:lnTo>
                    <a:pt x="23622" y="4693539"/>
                  </a:lnTo>
                  <a:lnTo>
                    <a:pt x="11811" y="4693539"/>
                  </a:lnTo>
                  <a:lnTo>
                    <a:pt x="11811" y="4681728"/>
                  </a:lnTo>
                  <a:lnTo>
                    <a:pt x="5376291" y="4681728"/>
                  </a:lnTo>
                  <a:lnTo>
                    <a:pt x="5376291" y="4693539"/>
                  </a:lnTo>
                  <a:lnTo>
                    <a:pt x="5364480" y="4693539"/>
                  </a:lnTo>
                  <a:lnTo>
                    <a:pt x="5364480" y="11811"/>
                  </a:lnTo>
                  <a:lnTo>
                    <a:pt x="5376291" y="11811"/>
                  </a:lnTo>
                  <a:lnTo>
                    <a:pt x="5376291" y="23622"/>
                  </a:lnTo>
                  <a:lnTo>
                    <a:pt x="11811" y="23622"/>
                  </a:lnTo>
                  <a:close/>
                </a:path>
              </a:pathLst>
            </a:custGeom>
            <a:solidFill>
              <a:srgbClr val="1ABC9C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4956048" y="2414016"/>
            <a:ext cx="4023360" cy="822960"/>
            <a:chOff x="0" y="0"/>
            <a:chExt cx="5364480" cy="10972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364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260" r="0" b="-4526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76200"/>
              <a:ext cx="536448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🧩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5102352" y="3236976"/>
            <a:ext cx="3767328" cy="694944"/>
            <a:chOff x="0" y="0"/>
            <a:chExt cx="5023104" cy="92659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023104" cy="926592"/>
            </a:xfrm>
            <a:custGeom>
              <a:avLst/>
              <a:gdLst/>
              <a:ahLst/>
              <a:cxnLst/>
              <a:rect r="r" b="b" t="t" l="l"/>
              <a:pathLst>
                <a:path h="926592" w="5023104">
                  <a:moveTo>
                    <a:pt x="0" y="0"/>
                  </a:moveTo>
                  <a:lnTo>
                    <a:pt x="5023104" y="0"/>
                  </a:lnTo>
                  <a:lnTo>
                    <a:pt x="502310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629" r="0" b="-5562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5023104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MVC Architecture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138928" y="3968496"/>
            <a:ext cx="3694176" cy="1609344"/>
            <a:chOff x="0" y="0"/>
            <a:chExt cx="4925568" cy="214579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925568" cy="2145792"/>
            </a:xfrm>
            <a:custGeom>
              <a:avLst/>
              <a:gdLst/>
              <a:ahLst/>
              <a:cxnLst/>
              <a:rect r="r" b="b" t="t" l="l"/>
              <a:pathLst>
                <a:path h="2145792" w="4925568">
                  <a:moveTo>
                    <a:pt x="0" y="0"/>
                  </a:moveTo>
                  <a:lnTo>
                    <a:pt x="4925568" y="0"/>
                  </a:lnTo>
                  <a:lnTo>
                    <a:pt x="4925568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94" t="0" r="-5894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76200"/>
              <a:ext cx="4925568" cy="22219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48"/>
                </a:lnSpc>
              </a:pPr>
              <a:r>
                <a:rPr lang="en-US" sz="1700">
                  <a:solidFill>
                    <a:srgbClr val="BFC9C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Clean separation: FXML views, controllers, services, models and utility classes.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208265" y="2222249"/>
            <a:ext cx="4041143" cy="3529079"/>
            <a:chOff x="0" y="0"/>
            <a:chExt cx="5388191" cy="470543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1811" y="11811"/>
              <a:ext cx="5364480" cy="4681728"/>
            </a:xfrm>
            <a:custGeom>
              <a:avLst/>
              <a:gdLst/>
              <a:ahLst/>
              <a:cxnLst/>
              <a:rect r="r" b="b" t="t" l="l"/>
              <a:pathLst>
                <a:path h="468172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4681728"/>
                  </a:lnTo>
                  <a:lnTo>
                    <a:pt x="0" y="4681728"/>
                  </a:lnTo>
                  <a:close/>
                </a:path>
              </a:pathLst>
            </a:custGeom>
            <a:solidFill>
              <a:srgbClr val="1B4F72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388102" cy="4705350"/>
            </a:xfrm>
            <a:custGeom>
              <a:avLst/>
              <a:gdLst/>
              <a:ahLst/>
              <a:cxnLst/>
              <a:rect r="r" b="b" t="t" l="l"/>
              <a:pathLst>
                <a:path h="4705350" w="5388102">
                  <a:moveTo>
                    <a:pt x="11811" y="0"/>
                  </a:moveTo>
                  <a:lnTo>
                    <a:pt x="5376291" y="0"/>
                  </a:lnTo>
                  <a:cubicBezTo>
                    <a:pt x="5382895" y="0"/>
                    <a:pt x="5388102" y="5334"/>
                    <a:pt x="5388102" y="11811"/>
                  </a:cubicBezTo>
                  <a:lnTo>
                    <a:pt x="5388102" y="4693539"/>
                  </a:lnTo>
                  <a:cubicBezTo>
                    <a:pt x="5388102" y="4700143"/>
                    <a:pt x="5382768" y="4705350"/>
                    <a:pt x="5376291" y="4705350"/>
                  </a:cubicBezTo>
                  <a:lnTo>
                    <a:pt x="11811" y="4705350"/>
                  </a:lnTo>
                  <a:cubicBezTo>
                    <a:pt x="5207" y="4705350"/>
                    <a:pt x="0" y="4700016"/>
                    <a:pt x="0" y="4693539"/>
                  </a:cubicBezTo>
                  <a:lnTo>
                    <a:pt x="0" y="11811"/>
                  </a:lnTo>
                  <a:cubicBezTo>
                    <a:pt x="0" y="5334"/>
                    <a:pt x="5334" y="0"/>
                    <a:pt x="11811" y="0"/>
                  </a:cubicBezTo>
                  <a:moveTo>
                    <a:pt x="11811" y="23749"/>
                  </a:moveTo>
                  <a:lnTo>
                    <a:pt x="11811" y="11811"/>
                  </a:lnTo>
                  <a:lnTo>
                    <a:pt x="23622" y="11811"/>
                  </a:lnTo>
                  <a:lnTo>
                    <a:pt x="23622" y="4693539"/>
                  </a:lnTo>
                  <a:lnTo>
                    <a:pt x="11811" y="4693539"/>
                  </a:lnTo>
                  <a:lnTo>
                    <a:pt x="11811" y="4681728"/>
                  </a:lnTo>
                  <a:lnTo>
                    <a:pt x="5376291" y="4681728"/>
                  </a:lnTo>
                  <a:lnTo>
                    <a:pt x="5376291" y="4693539"/>
                  </a:lnTo>
                  <a:lnTo>
                    <a:pt x="5364480" y="4693539"/>
                  </a:lnTo>
                  <a:lnTo>
                    <a:pt x="5364480" y="11811"/>
                  </a:lnTo>
                  <a:lnTo>
                    <a:pt x="5376291" y="11811"/>
                  </a:lnTo>
                  <a:lnTo>
                    <a:pt x="5376291" y="23622"/>
                  </a:lnTo>
                  <a:lnTo>
                    <a:pt x="11811" y="23622"/>
                  </a:lnTo>
                  <a:close/>
                </a:path>
              </a:pathLst>
            </a:custGeom>
            <a:solidFill>
              <a:srgbClr val="1ABC9C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217152" y="2414016"/>
            <a:ext cx="4023360" cy="822960"/>
            <a:chOff x="0" y="0"/>
            <a:chExt cx="5364480" cy="10972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5364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260" r="0" b="-4526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76200"/>
              <a:ext cx="536448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🔐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363456" y="3236976"/>
            <a:ext cx="3767328" cy="694944"/>
            <a:chOff x="0" y="0"/>
            <a:chExt cx="5023104" cy="92659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023104" cy="926592"/>
            </a:xfrm>
            <a:custGeom>
              <a:avLst/>
              <a:gdLst/>
              <a:ahLst/>
              <a:cxnLst/>
              <a:rect r="r" b="b" t="t" l="l"/>
              <a:pathLst>
                <a:path h="926592" w="5023104">
                  <a:moveTo>
                    <a:pt x="0" y="0"/>
                  </a:moveTo>
                  <a:lnTo>
                    <a:pt x="5023104" y="0"/>
                  </a:lnTo>
                  <a:lnTo>
                    <a:pt x="502310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629" r="0" b="-55629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5023104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Auth &amp; Roles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400032" y="3968496"/>
            <a:ext cx="3694176" cy="1609344"/>
            <a:chOff x="0" y="0"/>
            <a:chExt cx="4925568" cy="214579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925568" cy="2145792"/>
            </a:xfrm>
            <a:custGeom>
              <a:avLst/>
              <a:gdLst/>
              <a:ahLst/>
              <a:cxnLst/>
              <a:rect r="r" b="b" t="t" l="l"/>
              <a:pathLst>
                <a:path h="2145792" w="4925568">
                  <a:moveTo>
                    <a:pt x="0" y="0"/>
                  </a:moveTo>
                  <a:lnTo>
                    <a:pt x="4925568" y="0"/>
                  </a:lnTo>
                  <a:lnTo>
                    <a:pt x="4925568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94" t="0" r="-5894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76200"/>
              <a:ext cx="4925568" cy="22219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48"/>
                </a:lnSpc>
              </a:pPr>
              <a:r>
                <a:rPr lang="en-US" sz="1700">
                  <a:solidFill>
                    <a:srgbClr val="BFC9C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Login with email/password and three role-based access levels with distinct interfaces.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469369" y="2222249"/>
            <a:ext cx="4041143" cy="3529079"/>
            <a:chOff x="0" y="0"/>
            <a:chExt cx="5388191" cy="470543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1811" y="11811"/>
              <a:ext cx="5364480" cy="4681728"/>
            </a:xfrm>
            <a:custGeom>
              <a:avLst/>
              <a:gdLst/>
              <a:ahLst/>
              <a:cxnLst/>
              <a:rect r="r" b="b" t="t" l="l"/>
              <a:pathLst>
                <a:path h="468172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4681728"/>
                  </a:lnTo>
                  <a:lnTo>
                    <a:pt x="0" y="4681728"/>
                  </a:lnTo>
                  <a:close/>
                </a:path>
              </a:pathLst>
            </a:custGeom>
            <a:solidFill>
              <a:srgbClr val="1B4F72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388102" cy="4705350"/>
            </a:xfrm>
            <a:custGeom>
              <a:avLst/>
              <a:gdLst/>
              <a:ahLst/>
              <a:cxnLst/>
              <a:rect r="r" b="b" t="t" l="l"/>
              <a:pathLst>
                <a:path h="4705350" w="5388102">
                  <a:moveTo>
                    <a:pt x="11811" y="0"/>
                  </a:moveTo>
                  <a:lnTo>
                    <a:pt x="5376291" y="0"/>
                  </a:lnTo>
                  <a:cubicBezTo>
                    <a:pt x="5382895" y="0"/>
                    <a:pt x="5388102" y="5334"/>
                    <a:pt x="5388102" y="11811"/>
                  </a:cubicBezTo>
                  <a:lnTo>
                    <a:pt x="5388102" y="4693539"/>
                  </a:lnTo>
                  <a:cubicBezTo>
                    <a:pt x="5388102" y="4700143"/>
                    <a:pt x="5382768" y="4705350"/>
                    <a:pt x="5376291" y="4705350"/>
                  </a:cubicBezTo>
                  <a:lnTo>
                    <a:pt x="11811" y="4705350"/>
                  </a:lnTo>
                  <a:cubicBezTo>
                    <a:pt x="5207" y="4705350"/>
                    <a:pt x="0" y="4700016"/>
                    <a:pt x="0" y="4693539"/>
                  </a:cubicBezTo>
                  <a:lnTo>
                    <a:pt x="0" y="11811"/>
                  </a:lnTo>
                  <a:cubicBezTo>
                    <a:pt x="0" y="5334"/>
                    <a:pt x="5334" y="0"/>
                    <a:pt x="11811" y="0"/>
                  </a:cubicBezTo>
                  <a:moveTo>
                    <a:pt x="11811" y="23749"/>
                  </a:moveTo>
                  <a:lnTo>
                    <a:pt x="11811" y="11811"/>
                  </a:lnTo>
                  <a:lnTo>
                    <a:pt x="23622" y="11811"/>
                  </a:lnTo>
                  <a:lnTo>
                    <a:pt x="23622" y="4693539"/>
                  </a:lnTo>
                  <a:lnTo>
                    <a:pt x="11811" y="4693539"/>
                  </a:lnTo>
                  <a:lnTo>
                    <a:pt x="11811" y="4681728"/>
                  </a:lnTo>
                  <a:lnTo>
                    <a:pt x="5376291" y="4681728"/>
                  </a:lnTo>
                  <a:lnTo>
                    <a:pt x="5376291" y="4693539"/>
                  </a:lnTo>
                  <a:lnTo>
                    <a:pt x="5364480" y="4693539"/>
                  </a:lnTo>
                  <a:lnTo>
                    <a:pt x="5364480" y="11811"/>
                  </a:lnTo>
                  <a:lnTo>
                    <a:pt x="5376291" y="11811"/>
                  </a:lnTo>
                  <a:lnTo>
                    <a:pt x="5376291" y="23622"/>
                  </a:lnTo>
                  <a:lnTo>
                    <a:pt x="11811" y="23622"/>
                  </a:lnTo>
                  <a:close/>
                </a:path>
              </a:pathLst>
            </a:custGeom>
            <a:solidFill>
              <a:srgbClr val="1ABC9C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3478256" y="2414016"/>
            <a:ext cx="4023360" cy="822960"/>
            <a:chOff x="0" y="0"/>
            <a:chExt cx="5364480" cy="10972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364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260" r="0" b="-4526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76200"/>
              <a:ext cx="536448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🏊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3624560" y="3236976"/>
            <a:ext cx="3767328" cy="694944"/>
            <a:chOff x="0" y="0"/>
            <a:chExt cx="5023104" cy="92659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023104" cy="926592"/>
            </a:xfrm>
            <a:custGeom>
              <a:avLst/>
              <a:gdLst/>
              <a:ahLst/>
              <a:cxnLst/>
              <a:rect r="r" b="b" t="t" l="l"/>
              <a:pathLst>
                <a:path h="926592" w="5023104">
                  <a:moveTo>
                    <a:pt x="0" y="0"/>
                  </a:moveTo>
                  <a:lnTo>
                    <a:pt x="5023104" y="0"/>
                  </a:lnTo>
                  <a:lnTo>
                    <a:pt x="502310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629" r="0" b="-55629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47625"/>
              <a:ext cx="5023104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Sports Classes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3661136" y="3968496"/>
            <a:ext cx="3694176" cy="1609344"/>
            <a:chOff x="0" y="0"/>
            <a:chExt cx="4925568" cy="214579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4925568" cy="2145792"/>
            </a:xfrm>
            <a:custGeom>
              <a:avLst/>
              <a:gdLst/>
              <a:ahLst/>
              <a:cxnLst/>
              <a:rect r="r" b="b" t="t" l="l"/>
              <a:pathLst>
                <a:path h="2145792" w="4925568">
                  <a:moveTo>
                    <a:pt x="0" y="0"/>
                  </a:moveTo>
                  <a:lnTo>
                    <a:pt x="4925568" y="0"/>
                  </a:lnTo>
                  <a:lnTo>
                    <a:pt x="4925568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94" t="0" r="-5894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76200"/>
              <a:ext cx="4925568" cy="22219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48"/>
                </a:lnSpc>
              </a:pPr>
              <a:r>
                <a:rPr lang="en-US" sz="1700">
                  <a:solidFill>
                    <a:srgbClr val="BFC9C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Full CRUD: create, list, filter by sport/level, enroll students and track capacity.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686057" y="6062729"/>
            <a:ext cx="4041143" cy="3529079"/>
            <a:chOff x="0" y="0"/>
            <a:chExt cx="5388191" cy="470543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1811" y="11811"/>
              <a:ext cx="5364480" cy="4681728"/>
            </a:xfrm>
            <a:custGeom>
              <a:avLst/>
              <a:gdLst/>
              <a:ahLst/>
              <a:cxnLst/>
              <a:rect r="r" b="b" t="t" l="l"/>
              <a:pathLst>
                <a:path h="468172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4681728"/>
                  </a:lnTo>
                  <a:lnTo>
                    <a:pt x="0" y="4681728"/>
                  </a:lnTo>
                  <a:close/>
                </a:path>
              </a:pathLst>
            </a:custGeom>
            <a:solidFill>
              <a:srgbClr val="1B4F72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388102" cy="4705350"/>
            </a:xfrm>
            <a:custGeom>
              <a:avLst/>
              <a:gdLst/>
              <a:ahLst/>
              <a:cxnLst/>
              <a:rect r="r" b="b" t="t" l="l"/>
              <a:pathLst>
                <a:path h="4705350" w="5388102">
                  <a:moveTo>
                    <a:pt x="11811" y="0"/>
                  </a:moveTo>
                  <a:lnTo>
                    <a:pt x="5376291" y="0"/>
                  </a:lnTo>
                  <a:cubicBezTo>
                    <a:pt x="5382895" y="0"/>
                    <a:pt x="5388102" y="5334"/>
                    <a:pt x="5388102" y="11811"/>
                  </a:cubicBezTo>
                  <a:lnTo>
                    <a:pt x="5388102" y="4693539"/>
                  </a:lnTo>
                  <a:cubicBezTo>
                    <a:pt x="5388102" y="4700143"/>
                    <a:pt x="5382768" y="4705350"/>
                    <a:pt x="5376291" y="4705350"/>
                  </a:cubicBezTo>
                  <a:lnTo>
                    <a:pt x="11811" y="4705350"/>
                  </a:lnTo>
                  <a:cubicBezTo>
                    <a:pt x="5207" y="4705350"/>
                    <a:pt x="0" y="4700016"/>
                    <a:pt x="0" y="4693539"/>
                  </a:cubicBezTo>
                  <a:lnTo>
                    <a:pt x="0" y="11811"/>
                  </a:lnTo>
                  <a:cubicBezTo>
                    <a:pt x="0" y="5334"/>
                    <a:pt x="5334" y="0"/>
                    <a:pt x="11811" y="0"/>
                  </a:cubicBezTo>
                  <a:moveTo>
                    <a:pt x="11811" y="23749"/>
                  </a:moveTo>
                  <a:lnTo>
                    <a:pt x="11811" y="11811"/>
                  </a:lnTo>
                  <a:lnTo>
                    <a:pt x="23622" y="11811"/>
                  </a:lnTo>
                  <a:lnTo>
                    <a:pt x="23622" y="4693539"/>
                  </a:lnTo>
                  <a:lnTo>
                    <a:pt x="11811" y="4693539"/>
                  </a:lnTo>
                  <a:lnTo>
                    <a:pt x="11811" y="4681728"/>
                  </a:lnTo>
                  <a:lnTo>
                    <a:pt x="5376291" y="4681728"/>
                  </a:lnTo>
                  <a:lnTo>
                    <a:pt x="5376291" y="4693539"/>
                  </a:lnTo>
                  <a:lnTo>
                    <a:pt x="5364480" y="4693539"/>
                  </a:lnTo>
                  <a:lnTo>
                    <a:pt x="5364480" y="11811"/>
                  </a:lnTo>
                  <a:lnTo>
                    <a:pt x="5376291" y="11811"/>
                  </a:lnTo>
                  <a:lnTo>
                    <a:pt x="5376291" y="23622"/>
                  </a:lnTo>
                  <a:lnTo>
                    <a:pt x="11811" y="23622"/>
                  </a:lnTo>
                  <a:close/>
                </a:path>
              </a:pathLst>
            </a:custGeom>
            <a:solidFill>
              <a:srgbClr val="1ABC9C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694944" y="6254496"/>
            <a:ext cx="4023360" cy="822960"/>
            <a:chOff x="0" y="0"/>
            <a:chExt cx="5364480" cy="109728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364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260" r="0" b="-4526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76200"/>
              <a:ext cx="536448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🛒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841248" y="7077456"/>
            <a:ext cx="3767328" cy="694944"/>
            <a:chOff x="0" y="0"/>
            <a:chExt cx="5023104" cy="92659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023104" cy="926592"/>
            </a:xfrm>
            <a:custGeom>
              <a:avLst/>
              <a:gdLst/>
              <a:ahLst/>
              <a:cxnLst/>
              <a:rect r="r" b="b" t="t" l="l"/>
              <a:pathLst>
                <a:path h="926592" w="5023104">
                  <a:moveTo>
                    <a:pt x="0" y="0"/>
                  </a:moveTo>
                  <a:lnTo>
                    <a:pt x="5023104" y="0"/>
                  </a:lnTo>
                  <a:lnTo>
                    <a:pt x="502310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629" r="0" b="-55629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47625"/>
              <a:ext cx="5023104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Marketplace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877824" y="7808976"/>
            <a:ext cx="3694176" cy="1609344"/>
            <a:chOff x="0" y="0"/>
            <a:chExt cx="4925568" cy="214579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925568" cy="2145792"/>
            </a:xfrm>
            <a:custGeom>
              <a:avLst/>
              <a:gdLst/>
              <a:ahLst/>
              <a:cxnLst/>
              <a:rect r="r" b="b" t="t" l="l"/>
              <a:pathLst>
                <a:path h="2145792" w="4925568">
                  <a:moveTo>
                    <a:pt x="0" y="0"/>
                  </a:moveTo>
                  <a:lnTo>
                    <a:pt x="4925568" y="0"/>
                  </a:lnTo>
                  <a:lnTo>
                    <a:pt x="4925568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94" t="0" r="-5894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76200"/>
              <a:ext cx="4925568" cy="22219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48"/>
                </a:lnSpc>
              </a:pPr>
              <a:r>
                <a:rPr lang="en-US" sz="1700">
                  <a:solidFill>
                    <a:srgbClr val="BFC9C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Product listings, Carrito service, shopping cart flow and complete purchase history.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4947161" y="6062729"/>
            <a:ext cx="4041143" cy="3529079"/>
            <a:chOff x="0" y="0"/>
            <a:chExt cx="5388191" cy="4705439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1811" y="11811"/>
              <a:ext cx="5364480" cy="4681728"/>
            </a:xfrm>
            <a:custGeom>
              <a:avLst/>
              <a:gdLst/>
              <a:ahLst/>
              <a:cxnLst/>
              <a:rect r="r" b="b" t="t" l="l"/>
              <a:pathLst>
                <a:path h="468172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4681728"/>
                  </a:lnTo>
                  <a:lnTo>
                    <a:pt x="0" y="4681728"/>
                  </a:lnTo>
                  <a:close/>
                </a:path>
              </a:pathLst>
            </a:custGeom>
            <a:solidFill>
              <a:srgbClr val="1B4F72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388102" cy="4705350"/>
            </a:xfrm>
            <a:custGeom>
              <a:avLst/>
              <a:gdLst/>
              <a:ahLst/>
              <a:cxnLst/>
              <a:rect r="r" b="b" t="t" l="l"/>
              <a:pathLst>
                <a:path h="4705350" w="5388102">
                  <a:moveTo>
                    <a:pt x="11811" y="0"/>
                  </a:moveTo>
                  <a:lnTo>
                    <a:pt x="5376291" y="0"/>
                  </a:lnTo>
                  <a:cubicBezTo>
                    <a:pt x="5382895" y="0"/>
                    <a:pt x="5388102" y="5334"/>
                    <a:pt x="5388102" y="11811"/>
                  </a:cubicBezTo>
                  <a:lnTo>
                    <a:pt x="5388102" y="4693539"/>
                  </a:lnTo>
                  <a:cubicBezTo>
                    <a:pt x="5388102" y="4700143"/>
                    <a:pt x="5382768" y="4705350"/>
                    <a:pt x="5376291" y="4705350"/>
                  </a:cubicBezTo>
                  <a:lnTo>
                    <a:pt x="11811" y="4705350"/>
                  </a:lnTo>
                  <a:cubicBezTo>
                    <a:pt x="5207" y="4705350"/>
                    <a:pt x="0" y="4700016"/>
                    <a:pt x="0" y="4693539"/>
                  </a:cubicBezTo>
                  <a:lnTo>
                    <a:pt x="0" y="11811"/>
                  </a:lnTo>
                  <a:cubicBezTo>
                    <a:pt x="0" y="5334"/>
                    <a:pt x="5334" y="0"/>
                    <a:pt x="11811" y="0"/>
                  </a:cubicBezTo>
                  <a:moveTo>
                    <a:pt x="11811" y="23749"/>
                  </a:moveTo>
                  <a:lnTo>
                    <a:pt x="11811" y="11811"/>
                  </a:lnTo>
                  <a:lnTo>
                    <a:pt x="23622" y="11811"/>
                  </a:lnTo>
                  <a:lnTo>
                    <a:pt x="23622" y="4693539"/>
                  </a:lnTo>
                  <a:lnTo>
                    <a:pt x="11811" y="4693539"/>
                  </a:lnTo>
                  <a:lnTo>
                    <a:pt x="11811" y="4681728"/>
                  </a:lnTo>
                  <a:lnTo>
                    <a:pt x="5376291" y="4681728"/>
                  </a:lnTo>
                  <a:lnTo>
                    <a:pt x="5376291" y="4693539"/>
                  </a:lnTo>
                  <a:lnTo>
                    <a:pt x="5364480" y="4693539"/>
                  </a:lnTo>
                  <a:lnTo>
                    <a:pt x="5364480" y="11811"/>
                  </a:lnTo>
                  <a:lnTo>
                    <a:pt x="5376291" y="11811"/>
                  </a:lnTo>
                  <a:lnTo>
                    <a:pt x="5376291" y="23622"/>
                  </a:lnTo>
                  <a:lnTo>
                    <a:pt x="11811" y="23622"/>
                  </a:lnTo>
                  <a:close/>
                </a:path>
              </a:pathLst>
            </a:custGeom>
            <a:solidFill>
              <a:srgbClr val="1ABC9C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4956048" y="6254496"/>
            <a:ext cx="4023360" cy="822960"/>
            <a:chOff x="0" y="0"/>
            <a:chExt cx="5364480" cy="109728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5364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260" r="0" b="-4526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76200"/>
              <a:ext cx="536448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💬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5102352" y="7077456"/>
            <a:ext cx="3767328" cy="694944"/>
            <a:chOff x="0" y="0"/>
            <a:chExt cx="5023104" cy="92659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5023104" cy="926592"/>
            </a:xfrm>
            <a:custGeom>
              <a:avLst/>
              <a:gdLst/>
              <a:ahLst/>
              <a:cxnLst/>
              <a:rect r="r" b="b" t="t" l="l"/>
              <a:pathLst>
                <a:path h="926592" w="5023104">
                  <a:moveTo>
                    <a:pt x="0" y="0"/>
                  </a:moveTo>
                  <a:lnTo>
                    <a:pt x="5023104" y="0"/>
                  </a:lnTo>
                  <a:lnTo>
                    <a:pt x="502310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629" r="0" b="-55629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47625"/>
              <a:ext cx="5023104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Real-time Chat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5138928" y="7808976"/>
            <a:ext cx="3694176" cy="1609344"/>
            <a:chOff x="0" y="0"/>
            <a:chExt cx="4925568" cy="214579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925568" cy="2145792"/>
            </a:xfrm>
            <a:custGeom>
              <a:avLst/>
              <a:gdLst/>
              <a:ahLst/>
              <a:cxnLst/>
              <a:rect r="r" b="b" t="t" l="l"/>
              <a:pathLst>
                <a:path h="2145792" w="4925568">
                  <a:moveTo>
                    <a:pt x="0" y="0"/>
                  </a:moveTo>
                  <a:lnTo>
                    <a:pt x="4925568" y="0"/>
                  </a:lnTo>
                  <a:lnTo>
                    <a:pt x="4925568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94" t="0" r="-5894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76200"/>
              <a:ext cx="4925568" cy="22219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48"/>
                </a:lnSpc>
              </a:pPr>
              <a:r>
                <a:rPr lang="en-US" sz="1700">
                  <a:solidFill>
                    <a:srgbClr val="BFC9C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Per-class messaging stored in DB. Chat pane updates dynamically on the home screen.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208265" y="6062729"/>
            <a:ext cx="4041143" cy="3529079"/>
            <a:chOff x="0" y="0"/>
            <a:chExt cx="5388191" cy="4705439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11811" y="11811"/>
              <a:ext cx="5364480" cy="4681728"/>
            </a:xfrm>
            <a:custGeom>
              <a:avLst/>
              <a:gdLst/>
              <a:ahLst/>
              <a:cxnLst/>
              <a:rect r="r" b="b" t="t" l="l"/>
              <a:pathLst>
                <a:path h="468172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4681728"/>
                  </a:lnTo>
                  <a:lnTo>
                    <a:pt x="0" y="4681728"/>
                  </a:lnTo>
                  <a:close/>
                </a:path>
              </a:pathLst>
            </a:custGeom>
            <a:solidFill>
              <a:srgbClr val="1B4F72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5388102" cy="4705350"/>
            </a:xfrm>
            <a:custGeom>
              <a:avLst/>
              <a:gdLst/>
              <a:ahLst/>
              <a:cxnLst/>
              <a:rect r="r" b="b" t="t" l="l"/>
              <a:pathLst>
                <a:path h="4705350" w="5388102">
                  <a:moveTo>
                    <a:pt x="11811" y="0"/>
                  </a:moveTo>
                  <a:lnTo>
                    <a:pt x="5376291" y="0"/>
                  </a:lnTo>
                  <a:cubicBezTo>
                    <a:pt x="5382895" y="0"/>
                    <a:pt x="5388102" y="5334"/>
                    <a:pt x="5388102" y="11811"/>
                  </a:cubicBezTo>
                  <a:lnTo>
                    <a:pt x="5388102" y="4693539"/>
                  </a:lnTo>
                  <a:cubicBezTo>
                    <a:pt x="5388102" y="4700143"/>
                    <a:pt x="5382768" y="4705350"/>
                    <a:pt x="5376291" y="4705350"/>
                  </a:cubicBezTo>
                  <a:lnTo>
                    <a:pt x="11811" y="4705350"/>
                  </a:lnTo>
                  <a:cubicBezTo>
                    <a:pt x="5207" y="4705350"/>
                    <a:pt x="0" y="4700016"/>
                    <a:pt x="0" y="4693539"/>
                  </a:cubicBezTo>
                  <a:lnTo>
                    <a:pt x="0" y="11811"/>
                  </a:lnTo>
                  <a:cubicBezTo>
                    <a:pt x="0" y="5334"/>
                    <a:pt x="5334" y="0"/>
                    <a:pt x="11811" y="0"/>
                  </a:cubicBezTo>
                  <a:moveTo>
                    <a:pt x="11811" y="23749"/>
                  </a:moveTo>
                  <a:lnTo>
                    <a:pt x="11811" y="11811"/>
                  </a:lnTo>
                  <a:lnTo>
                    <a:pt x="23622" y="11811"/>
                  </a:lnTo>
                  <a:lnTo>
                    <a:pt x="23622" y="4693539"/>
                  </a:lnTo>
                  <a:lnTo>
                    <a:pt x="11811" y="4693539"/>
                  </a:lnTo>
                  <a:lnTo>
                    <a:pt x="11811" y="4681728"/>
                  </a:lnTo>
                  <a:lnTo>
                    <a:pt x="5376291" y="4681728"/>
                  </a:lnTo>
                  <a:lnTo>
                    <a:pt x="5376291" y="4693539"/>
                  </a:lnTo>
                  <a:lnTo>
                    <a:pt x="5364480" y="4693539"/>
                  </a:lnTo>
                  <a:lnTo>
                    <a:pt x="5364480" y="11811"/>
                  </a:lnTo>
                  <a:lnTo>
                    <a:pt x="5376291" y="11811"/>
                  </a:lnTo>
                  <a:lnTo>
                    <a:pt x="5376291" y="23622"/>
                  </a:lnTo>
                  <a:lnTo>
                    <a:pt x="11811" y="23622"/>
                  </a:lnTo>
                  <a:close/>
                </a:path>
              </a:pathLst>
            </a:custGeom>
            <a:solidFill>
              <a:srgbClr val="1ABC9C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9217152" y="6254496"/>
            <a:ext cx="4023360" cy="822960"/>
            <a:chOff x="0" y="0"/>
            <a:chExt cx="5364480" cy="109728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5364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260" r="0" b="-4526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76200"/>
              <a:ext cx="536448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⭐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9363456" y="7077456"/>
            <a:ext cx="3767328" cy="694944"/>
            <a:chOff x="0" y="0"/>
            <a:chExt cx="5023104" cy="92659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5023104" cy="926592"/>
            </a:xfrm>
            <a:custGeom>
              <a:avLst/>
              <a:gdLst/>
              <a:ahLst/>
              <a:cxnLst/>
              <a:rect r="r" b="b" t="t" l="l"/>
              <a:pathLst>
                <a:path h="926592" w="5023104">
                  <a:moveTo>
                    <a:pt x="0" y="0"/>
                  </a:moveTo>
                  <a:lnTo>
                    <a:pt x="5023104" y="0"/>
                  </a:lnTo>
                  <a:lnTo>
                    <a:pt x="502310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629" r="0" b="-55629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47625"/>
              <a:ext cx="5023104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Ratings System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9400032" y="7808976"/>
            <a:ext cx="3694176" cy="1609344"/>
            <a:chOff x="0" y="0"/>
            <a:chExt cx="4925568" cy="2145792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925568" cy="2145792"/>
            </a:xfrm>
            <a:custGeom>
              <a:avLst/>
              <a:gdLst/>
              <a:ahLst/>
              <a:cxnLst/>
              <a:rect r="r" b="b" t="t" l="l"/>
              <a:pathLst>
                <a:path h="2145792" w="4925568">
                  <a:moveTo>
                    <a:pt x="0" y="0"/>
                  </a:moveTo>
                  <a:lnTo>
                    <a:pt x="4925568" y="0"/>
                  </a:lnTo>
                  <a:lnTo>
                    <a:pt x="4925568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94" t="0" r="-5894" b="0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76200"/>
              <a:ext cx="4925568" cy="22219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48"/>
                </a:lnSpc>
              </a:pPr>
              <a:r>
                <a:rPr lang="en-US" sz="1700">
                  <a:solidFill>
                    <a:srgbClr val="BFC9C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Students rate classes 1–5 stars. Valoracion model persisted via DataStore to MySQL.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3469369" y="6062729"/>
            <a:ext cx="4041143" cy="3529079"/>
            <a:chOff x="0" y="0"/>
            <a:chExt cx="5388191" cy="4705439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11811" y="11811"/>
              <a:ext cx="5364480" cy="4681728"/>
            </a:xfrm>
            <a:custGeom>
              <a:avLst/>
              <a:gdLst/>
              <a:ahLst/>
              <a:cxnLst/>
              <a:rect r="r" b="b" t="t" l="l"/>
              <a:pathLst>
                <a:path h="468172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4681728"/>
                  </a:lnTo>
                  <a:lnTo>
                    <a:pt x="0" y="4681728"/>
                  </a:lnTo>
                  <a:close/>
                </a:path>
              </a:pathLst>
            </a:custGeom>
            <a:solidFill>
              <a:srgbClr val="1B4F72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5388102" cy="4705350"/>
            </a:xfrm>
            <a:custGeom>
              <a:avLst/>
              <a:gdLst/>
              <a:ahLst/>
              <a:cxnLst/>
              <a:rect r="r" b="b" t="t" l="l"/>
              <a:pathLst>
                <a:path h="4705350" w="5388102">
                  <a:moveTo>
                    <a:pt x="11811" y="0"/>
                  </a:moveTo>
                  <a:lnTo>
                    <a:pt x="5376291" y="0"/>
                  </a:lnTo>
                  <a:cubicBezTo>
                    <a:pt x="5382895" y="0"/>
                    <a:pt x="5388102" y="5334"/>
                    <a:pt x="5388102" y="11811"/>
                  </a:cubicBezTo>
                  <a:lnTo>
                    <a:pt x="5388102" y="4693539"/>
                  </a:lnTo>
                  <a:cubicBezTo>
                    <a:pt x="5388102" y="4700143"/>
                    <a:pt x="5382768" y="4705350"/>
                    <a:pt x="5376291" y="4705350"/>
                  </a:cubicBezTo>
                  <a:lnTo>
                    <a:pt x="11811" y="4705350"/>
                  </a:lnTo>
                  <a:cubicBezTo>
                    <a:pt x="5207" y="4705350"/>
                    <a:pt x="0" y="4700016"/>
                    <a:pt x="0" y="4693539"/>
                  </a:cubicBezTo>
                  <a:lnTo>
                    <a:pt x="0" y="11811"/>
                  </a:lnTo>
                  <a:cubicBezTo>
                    <a:pt x="0" y="5334"/>
                    <a:pt x="5334" y="0"/>
                    <a:pt x="11811" y="0"/>
                  </a:cubicBezTo>
                  <a:moveTo>
                    <a:pt x="11811" y="23749"/>
                  </a:moveTo>
                  <a:lnTo>
                    <a:pt x="11811" y="11811"/>
                  </a:lnTo>
                  <a:lnTo>
                    <a:pt x="23622" y="11811"/>
                  </a:lnTo>
                  <a:lnTo>
                    <a:pt x="23622" y="4693539"/>
                  </a:lnTo>
                  <a:lnTo>
                    <a:pt x="11811" y="4693539"/>
                  </a:lnTo>
                  <a:lnTo>
                    <a:pt x="11811" y="4681728"/>
                  </a:lnTo>
                  <a:lnTo>
                    <a:pt x="5376291" y="4681728"/>
                  </a:lnTo>
                  <a:lnTo>
                    <a:pt x="5376291" y="4693539"/>
                  </a:lnTo>
                  <a:lnTo>
                    <a:pt x="5364480" y="4693539"/>
                  </a:lnTo>
                  <a:lnTo>
                    <a:pt x="5364480" y="11811"/>
                  </a:lnTo>
                  <a:lnTo>
                    <a:pt x="5376291" y="11811"/>
                  </a:lnTo>
                  <a:lnTo>
                    <a:pt x="5376291" y="23622"/>
                  </a:lnTo>
                  <a:lnTo>
                    <a:pt x="11811" y="23622"/>
                  </a:lnTo>
                  <a:close/>
                </a:path>
              </a:pathLst>
            </a:custGeom>
            <a:solidFill>
              <a:srgbClr val="1ABC9C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3478256" y="6254496"/>
            <a:ext cx="4023360" cy="822960"/>
            <a:chOff x="0" y="0"/>
            <a:chExt cx="5364480" cy="109728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53644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260" r="0" b="-4526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76200"/>
              <a:ext cx="5364480" cy="11734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📊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3624560" y="7077456"/>
            <a:ext cx="3767328" cy="694944"/>
            <a:chOff x="0" y="0"/>
            <a:chExt cx="5023104" cy="926592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5023104" cy="926592"/>
            </a:xfrm>
            <a:custGeom>
              <a:avLst/>
              <a:gdLst/>
              <a:ahLst/>
              <a:cxnLst/>
              <a:rect r="r" b="b" t="t" l="l"/>
              <a:pathLst>
                <a:path h="926592" w="5023104">
                  <a:moveTo>
                    <a:pt x="0" y="0"/>
                  </a:moveTo>
                  <a:lnTo>
                    <a:pt x="5023104" y="0"/>
                  </a:lnTo>
                  <a:lnTo>
                    <a:pt x="502310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5629" r="0" b="-55629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47625"/>
              <a:ext cx="5023104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Admin Dashboard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3661136" y="7808976"/>
            <a:ext cx="3694176" cy="1609344"/>
            <a:chOff x="0" y="0"/>
            <a:chExt cx="4925568" cy="2145792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4925568" cy="2145792"/>
            </a:xfrm>
            <a:custGeom>
              <a:avLst/>
              <a:gdLst/>
              <a:ahLst/>
              <a:cxnLst/>
              <a:rect r="r" b="b" t="t" l="l"/>
              <a:pathLst>
                <a:path h="2145792" w="4925568">
                  <a:moveTo>
                    <a:pt x="0" y="0"/>
                  </a:moveTo>
                  <a:lnTo>
                    <a:pt x="4925568" y="0"/>
                  </a:lnTo>
                  <a:lnTo>
                    <a:pt x="4925568" y="2145792"/>
                  </a:lnTo>
                  <a:lnTo>
                    <a:pt x="0" y="2145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894" t="0" r="-5894" b="0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76200"/>
              <a:ext cx="4925568" cy="22219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48"/>
                </a:lnSpc>
              </a:pPr>
              <a:r>
                <a:rPr lang="en-US" sz="1700">
                  <a:solidFill>
                    <a:srgbClr val="BFC9C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Stats panel: total classes, enrolled students and products. Role-based visibility.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841497" y="-1841497"/>
            <a:ext cx="8255003" cy="8255003"/>
            <a:chOff x="0" y="0"/>
            <a:chExt cx="11006671" cy="110066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09728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0972800">
                  <a:moveTo>
                    <a:pt x="0" y="5486400"/>
                  </a:moveTo>
                  <a:cubicBezTo>
                    <a:pt x="0" y="2456307"/>
                    <a:pt x="2456307" y="0"/>
                    <a:pt x="5486400" y="0"/>
                  </a:cubicBezTo>
                  <a:cubicBezTo>
                    <a:pt x="8516493" y="0"/>
                    <a:pt x="10972800" y="2456307"/>
                    <a:pt x="10972800" y="5486400"/>
                  </a:cubicBezTo>
                  <a:cubicBezTo>
                    <a:pt x="10972800" y="8516493"/>
                    <a:pt x="8516493" y="10972800"/>
                    <a:pt x="5486400" y="10972800"/>
                  </a:cubicBezTo>
                  <a:cubicBezTo>
                    <a:pt x="2456307" y="10972800"/>
                    <a:pt x="0" y="8516493"/>
                    <a:pt x="0" y="5486400"/>
                  </a:cubicBezTo>
                  <a:close/>
                </a:path>
              </a:pathLst>
            </a:custGeom>
            <a:solidFill>
              <a:srgbClr val="1ABC9C">
                <a:alpha val="1176"/>
              </a:srgbClr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006709" cy="11006582"/>
            </a:xfrm>
            <a:custGeom>
              <a:avLst/>
              <a:gdLst/>
              <a:ahLst/>
              <a:cxnLst/>
              <a:rect r="r" b="b" t="t" l="l"/>
              <a:pathLst>
                <a:path h="11006582" w="11006709">
                  <a:moveTo>
                    <a:pt x="0" y="5503291"/>
                  </a:moveTo>
                  <a:cubicBezTo>
                    <a:pt x="0" y="2463927"/>
                    <a:pt x="2463927" y="0"/>
                    <a:pt x="5503291" y="0"/>
                  </a:cubicBezTo>
                  <a:lnTo>
                    <a:pt x="5503291" y="16891"/>
                  </a:lnTo>
                  <a:lnTo>
                    <a:pt x="5503291" y="0"/>
                  </a:lnTo>
                  <a:cubicBezTo>
                    <a:pt x="8542782" y="0"/>
                    <a:pt x="11006709" y="2463927"/>
                    <a:pt x="11006709" y="5503291"/>
                  </a:cubicBezTo>
                  <a:lnTo>
                    <a:pt x="10989818" y="5503291"/>
                  </a:lnTo>
                  <a:lnTo>
                    <a:pt x="11006709" y="5503291"/>
                  </a:lnTo>
                  <a:cubicBezTo>
                    <a:pt x="11006709" y="8542655"/>
                    <a:pt x="8542782" y="11006582"/>
                    <a:pt x="5503418" y="11006582"/>
                  </a:cubicBezTo>
                  <a:lnTo>
                    <a:pt x="5503418" y="10989690"/>
                  </a:lnTo>
                  <a:lnTo>
                    <a:pt x="5503418" y="11006582"/>
                  </a:lnTo>
                  <a:cubicBezTo>
                    <a:pt x="2463927" y="11006709"/>
                    <a:pt x="0" y="8542782"/>
                    <a:pt x="0" y="5503291"/>
                  </a:cubicBezTo>
                  <a:lnTo>
                    <a:pt x="16891" y="5503291"/>
                  </a:lnTo>
                  <a:lnTo>
                    <a:pt x="33909" y="5503291"/>
                  </a:lnTo>
                  <a:lnTo>
                    <a:pt x="16891" y="5503291"/>
                  </a:lnTo>
                  <a:lnTo>
                    <a:pt x="0" y="5503291"/>
                  </a:lnTo>
                  <a:moveTo>
                    <a:pt x="33909" y="5503291"/>
                  </a:moveTo>
                  <a:cubicBezTo>
                    <a:pt x="33909" y="5512689"/>
                    <a:pt x="26289" y="5520182"/>
                    <a:pt x="17018" y="5520182"/>
                  </a:cubicBezTo>
                  <a:cubicBezTo>
                    <a:pt x="7747" y="5520182"/>
                    <a:pt x="0" y="5512689"/>
                    <a:pt x="0" y="5503291"/>
                  </a:cubicBezTo>
                  <a:cubicBezTo>
                    <a:pt x="0" y="5493893"/>
                    <a:pt x="7620" y="5486400"/>
                    <a:pt x="16891" y="5486400"/>
                  </a:cubicBezTo>
                  <a:cubicBezTo>
                    <a:pt x="26162" y="5486400"/>
                    <a:pt x="33782" y="5494020"/>
                    <a:pt x="33782" y="5503291"/>
                  </a:cubicBezTo>
                  <a:cubicBezTo>
                    <a:pt x="33909" y="8523986"/>
                    <a:pt x="2482596" y="10972800"/>
                    <a:pt x="5503291" y="10972800"/>
                  </a:cubicBezTo>
                  <a:cubicBezTo>
                    <a:pt x="8523986" y="10972800"/>
                    <a:pt x="10972800" y="8523986"/>
                    <a:pt x="10972800" y="5503291"/>
                  </a:cubicBezTo>
                  <a:cubicBezTo>
                    <a:pt x="10972800" y="2482596"/>
                    <a:pt x="8523986" y="33909"/>
                    <a:pt x="5503291" y="33909"/>
                  </a:cubicBezTo>
                  <a:lnTo>
                    <a:pt x="5503291" y="16891"/>
                  </a:lnTo>
                  <a:lnTo>
                    <a:pt x="5503291" y="33909"/>
                  </a:lnTo>
                  <a:cubicBezTo>
                    <a:pt x="2482596" y="33909"/>
                    <a:pt x="33909" y="2482596"/>
                    <a:pt x="33909" y="5503291"/>
                  </a:cubicBezTo>
                  <a:close/>
                </a:path>
              </a:pathLst>
            </a:custGeom>
            <a:solidFill>
              <a:srgbClr val="1ABC9C">
                <a:alpha val="1176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703303" y="4559303"/>
            <a:ext cx="6426203" cy="6426203"/>
            <a:chOff x="0" y="0"/>
            <a:chExt cx="8568271" cy="85682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8534400" cy="8534400"/>
            </a:xfrm>
            <a:custGeom>
              <a:avLst/>
              <a:gdLst/>
              <a:ahLst/>
              <a:cxnLst/>
              <a:rect r="r" b="b" t="t" l="l"/>
              <a:pathLst>
                <a:path h="8534400" w="8534400">
                  <a:moveTo>
                    <a:pt x="0" y="4267200"/>
                  </a:moveTo>
                  <a:cubicBezTo>
                    <a:pt x="0" y="1910461"/>
                    <a:pt x="1910461" y="0"/>
                    <a:pt x="4267200" y="0"/>
                  </a:cubicBezTo>
                  <a:cubicBezTo>
                    <a:pt x="6623939" y="0"/>
                    <a:pt x="8534400" y="1910461"/>
                    <a:pt x="8534400" y="4267200"/>
                  </a:cubicBezTo>
                  <a:cubicBezTo>
                    <a:pt x="8534400" y="6623939"/>
                    <a:pt x="6623939" y="8534400"/>
                    <a:pt x="4267200" y="8534400"/>
                  </a:cubicBezTo>
                  <a:cubicBezTo>
                    <a:pt x="1910461" y="8534400"/>
                    <a:pt x="0" y="6623939"/>
                    <a:pt x="0" y="4267200"/>
                  </a:cubicBezTo>
                  <a:close/>
                </a:path>
              </a:pathLst>
            </a:custGeom>
            <a:solidFill>
              <a:srgbClr val="1B4F72">
                <a:alpha val="15686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568182" cy="8568182"/>
            </a:xfrm>
            <a:custGeom>
              <a:avLst/>
              <a:gdLst/>
              <a:ahLst/>
              <a:cxnLst/>
              <a:rect r="r" b="b" t="t" l="l"/>
              <a:pathLst>
                <a:path h="8568182" w="8568182">
                  <a:moveTo>
                    <a:pt x="0" y="4284091"/>
                  </a:moveTo>
                  <a:cubicBezTo>
                    <a:pt x="0" y="1918081"/>
                    <a:pt x="1918081" y="0"/>
                    <a:pt x="4284091" y="0"/>
                  </a:cubicBezTo>
                  <a:lnTo>
                    <a:pt x="4284091" y="16891"/>
                  </a:lnTo>
                  <a:lnTo>
                    <a:pt x="4284091" y="0"/>
                  </a:lnTo>
                  <a:cubicBezTo>
                    <a:pt x="6650101" y="0"/>
                    <a:pt x="8568182" y="1918081"/>
                    <a:pt x="8568182" y="4284091"/>
                  </a:cubicBezTo>
                  <a:lnTo>
                    <a:pt x="8551290" y="4284091"/>
                  </a:lnTo>
                  <a:lnTo>
                    <a:pt x="8568182" y="4284091"/>
                  </a:lnTo>
                  <a:cubicBezTo>
                    <a:pt x="8568182" y="6650101"/>
                    <a:pt x="6650101" y="8568182"/>
                    <a:pt x="4284091" y="8568182"/>
                  </a:cubicBezTo>
                  <a:lnTo>
                    <a:pt x="4284091" y="8551290"/>
                  </a:lnTo>
                  <a:lnTo>
                    <a:pt x="4284091" y="8568182"/>
                  </a:lnTo>
                  <a:cubicBezTo>
                    <a:pt x="1918081" y="8568309"/>
                    <a:pt x="0" y="6650228"/>
                    <a:pt x="0" y="4284091"/>
                  </a:cubicBezTo>
                  <a:lnTo>
                    <a:pt x="16891" y="4284091"/>
                  </a:lnTo>
                  <a:lnTo>
                    <a:pt x="33909" y="4284091"/>
                  </a:lnTo>
                  <a:lnTo>
                    <a:pt x="16891" y="4284091"/>
                  </a:lnTo>
                  <a:lnTo>
                    <a:pt x="0" y="4284091"/>
                  </a:lnTo>
                  <a:moveTo>
                    <a:pt x="33909" y="4284091"/>
                  </a:moveTo>
                  <a:cubicBezTo>
                    <a:pt x="33909" y="4293489"/>
                    <a:pt x="26289" y="4300982"/>
                    <a:pt x="17018" y="4300982"/>
                  </a:cubicBezTo>
                  <a:cubicBezTo>
                    <a:pt x="7747" y="4300982"/>
                    <a:pt x="0" y="4293489"/>
                    <a:pt x="0" y="4284091"/>
                  </a:cubicBezTo>
                  <a:cubicBezTo>
                    <a:pt x="0" y="4274693"/>
                    <a:pt x="7620" y="4267200"/>
                    <a:pt x="16891" y="4267200"/>
                  </a:cubicBezTo>
                  <a:cubicBezTo>
                    <a:pt x="26162" y="4267200"/>
                    <a:pt x="33782" y="4274820"/>
                    <a:pt x="33782" y="4284091"/>
                  </a:cubicBezTo>
                  <a:cubicBezTo>
                    <a:pt x="33909" y="6631432"/>
                    <a:pt x="1936750" y="8534400"/>
                    <a:pt x="4284091" y="8534400"/>
                  </a:cubicBezTo>
                  <a:cubicBezTo>
                    <a:pt x="6631432" y="8534400"/>
                    <a:pt x="8534400" y="6631432"/>
                    <a:pt x="8534400" y="4284091"/>
                  </a:cubicBezTo>
                  <a:cubicBezTo>
                    <a:pt x="8534400" y="1936750"/>
                    <a:pt x="6631432" y="33909"/>
                    <a:pt x="4284091" y="33909"/>
                  </a:cubicBezTo>
                  <a:lnTo>
                    <a:pt x="4284091" y="16891"/>
                  </a:lnTo>
                  <a:lnTo>
                    <a:pt x="4284091" y="33909"/>
                  </a:lnTo>
                  <a:cubicBezTo>
                    <a:pt x="1936750" y="33909"/>
                    <a:pt x="33909" y="1936750"/>
                    <a:pt x="33909" y="4284091"/>
                  </a:cubicBezTo>
                  <a:close/>
                </a:path>
              </a:pathLst>
            </a:custGeom>
            <a:solidFill>
              <a:srgbClr val="1B4F72">
                <a:alpha val="1568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828800" y="2377440"/>
            <a:ext cx="14630400" cy="1828800"/>
            <a:chOff x="0" y="0"/>
            <a:chExt cx="19507200" cy="2438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5072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71450"/>
              <a:ext cx="19507200" cy="2609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560"/>
                </a:lnSpc>
              </a:pPr>
              <a:r>
                <a:rPr lang="en-US" sz="8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Thank You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375397" y="4546597"/>
            <a:ext cx="5537197" cy="50797"/>
            <a:chOff x="0" y="0"/>
            <a:chExt cx="7382929" cy="6772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33909" y="0"/>
              <a:ext cx="7315200" cy="67691"/>
            </a:xfrm>
            <a:custGeom>
              <a:avLst/>
              <a:gdLst/>
              <a:ahLst/>
              <a:cxnLst/>
              <a:rect r="r" b="b" t="t" l="l"/>
              <a:pathLst>
                <a:path h="67691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1ABC9C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828800" y="4846320"/>
            <a:ext cx="14630400" cy="1371600"/>
            <a:chOff x="0" y="0"/>
            <a:chExt cx="19507200" cy="1828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5072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9507200">
                  <a:moveTo>
                    <a:pt x="0" y="0"/>
                  </a:moveTo>
                  <a:lnTo>
                    <a:pt x="19507200" y="0"/>
                  </a:lnTo>
                  <a:lnTo>
                    <a:pt x="195072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840" r="0" b="-15784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80975"/>
              <a:ext cx="19507200" cy="200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36"/>
                </a:lnSpc>
              </a:pPr>
              <a:r>
                <a:rPr lang="en-US" sz="2700">
                  <a:solidFill>
                    <a:srgbClr val="BFC9C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SportConnect  ·  Technical English — Canva 1</a:t>
              </a:r>
            </a:p>
            <a:p>
              <a:pPr algn="ctr">
                <a:lnSpc>
                  <a:spcPts val="4536"/>
                </a:lnSpc>
              </a:pPr>
              <a:r>
                <a:rPr lang="en-US" sz="2700">
                  <a:solidFill>
                    <a:srgbClr val="BFC9C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Visual summary of all areas worked on in the project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547623" y="6662423"/>
            <a:ext cx="2951483" cy="720347"/>
            <a:chOff x="0" y="0"/>
            <a:chExt cx="3935311" cy="96046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6891" y="16891"/>
              <a:ext cx="3901440" cy="926592"/>
            </a:xfrm>
            <a:custGeom>
              <a:avLst/>
              <a:gdLst/>
              <a:ahLst/>
              <a:cxnLst/>
              <a:rect r="r" b="b" t="t" l="l"/>
              <a:pathLst>
                <a:path h="92659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48F77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935222" cy="960376"/>
            </a:xfrm>
            <a:custGeom>
              <a:avLst/>
              <a:gdLst/>
              <a:ahLst/>
              <a:cxnLst/>
              <a:rect r="r" b="b" t="t" l="l"/>
              <a:pathLst>
                <a:path h="960376" w="3935222">
                  <a:moveTo>
                    <a:pt x="16891" y="0"/>
                  </a:moveTo>
                  <a:lnTo>
                    <a:pt x="3918331" y="0"/>
                  </a:lnTo>
                  <a:cubicBezTo>
                    <a:pt x="3927729" y="0"/>
                    <a:pt x="3935222" y="7620"/>
                    <a:pt x="3935222" y="16891"/>
                  </a:cubicBezTo>
                  <a:lnTo>
                    <a:pt x="3935222" y="943483"/>
                  </a:lnTo>
                  <a:cubicBezTo>
                    <a:pt x="3935222" y="952881"/>
                    <a:pt x="3927602" y="960374"/>
                    <a:pt x="391833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3918331" y="926592"/>
                  </a:lnTo>
                  <a:lnTo>
                    <a:pt x="3918331" y="943483"/>
                  </a:lnTo>
                  <a:lnTo>
                    <a:pt x="3901440" y="943483"/>
                  </a:lnTo>
                  <a:lnTo>
                    <a:pt x="3901440" y="16891"/>
                  </a:lnTo>
                  <a:lnTo>
                    <a:pt x="3918331" y="16891"/>
                  </a:lnTo>
                  <a:lnTo>
                    <a:pt x="3918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48F77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2560320" y="6675120"/>
            <a:ext cx="2926080" cy="694944"/>
            <a:chOff x="0" y="0"/>
            <a:chExt cx="3901440" cy="92659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901440" cy="926592"/>
            </a:xfrm>
            <a:custGeom>
              <a:avLst/>
              <a:gdLst/>
              <a:ahLst/>
              <a:cxnLst/>
              <a:rect r="r" b="b" t="t" l="l"/>
              <a:pathLst>
                <a:path h="92659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42" r="0" b="-32042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39014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JavaFX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839463" y="6662423"/>
            <a:ext cx="2951483" cy="720347"/>
            <a:chOff x="0" y="0"/>
            <a:chExt cx="3935311" cy="96046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6891" y="16891"/>
              <a:ext cx="3901440" cy="926592"/>
            </a:xfrm>
            <a:custGeom>
              <a:avLst/>
              <a:gdLst/>
              <a:ahLst/>
              <a:cxnLst/>
              <a:rect r="r" b="b" t="t" l="l"/>
              <a:pathLst>
                <a:path h="92659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48F77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935222" cy="960376"/>
            </a:xfrm>
            <a:custGeom>
              <a:avLst/>
              <a:gdLst/>
              <a:ahLst/>
              <a:cxnLst/>
              <a:rect r="r" b="b" t="t" l="l"/>
              <a:pathLst>
                <a:path h="960376" w="3935222">
                  <a:moveTo>
                    <a:pt x="16891" y="0"/>
                  </a:moveTo>
                  <a:lnTo>
                    <a:pt x="3918331" y="0"/>
                  </a:lnTo>
                  <a:cubicBezTo>
                    <a:pt x="3927729" y="0"/>
                    <a:pt x="3935222" y="7620"/>
                    <a:pt x="3935222" y="16891"/>
                  </a:cubicBezTo>
                  <a:lnTo>
                    <a:pt x="3935222" y="943483"/>
                  </a:lnTo>
                  <a:cubicBezTo>
                    <a:pt x="3935222" y="952881"/>
                    <a:pt x="3927602" y="960374"/>
                    <a:pt x="391833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3918331" y="926592"/>
                  </a:lnTo>
                  <a:lnTo>
                    <a:pt x="3918331" y="943483"/>
                  </a:lnTo>
                  <a:lnTo>
                    <a:pt x="3901440" y="943483"/>
                  </a:lnTo>
                  <a:lnTo>
                    <a:pt x="3901440" y="16891"/>
                  </a:lnTo>
                  <a:lnTo>
                    <a:pt x="3918331" y="16891"/>
                  </a:lnTo>
                  <a:lnTo>
                    <a:pt x="3918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48F77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5852160" y="6675120"/>
            <a:ext cx="2926080" cy="694944"/>
            <a:chOff x="0" y="0"/>
            <a:chExt cx="3901440" cy="92659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901440" cy="926592"/>
            </a:xfrm>
            <a:custGeom>
              <a:avLst/>
              <a:gdLst/>
              <a:ahLst/>
              <a:cxnLst/>
              <a:rect r="r" b="b" t="t" l="l"/>
              <a:pathLst>
                <a:path h="92659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42" r="0" b="-32042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39014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MySQL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131303" y="6662423"/>
            <a:ext cx="2951483" cy="720347"/>
            <a:chOff x="0" y="0"/>
            <a:chExt cx="3935311" cy="96046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6891" y="16891"/>
              <a:ext cx="3901440" cy="926592"/>
            </a:xfrm>
            <a:custGeom>
              <a:avLst/>
              <a:gdLst/>
              <a:ahLst/>
              <a:cxnLst/>
              <a:rect r="r" b="b" t="t" l="l"/>
              <a:pathLst>
                <a:path h="92659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48F77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935222" cy="960376"/>
            </a:xfrm>
            <a:custGeom>
              <a:avLst/>
              <a:gdLst/>
              <a:ahLst/>
              <a:cxnLst/>
              <a:rect r="r" b="b" t="t" l="l"/>
              <a:pathLst>
                <a:path h="960376" w="3935222">
                  <a:moveTo>
                    <a:pt x="16891" y="0"/>
                  </a:moveTo>
                  <a:lnTo>
                    <a:pt x="3918331" y="0"/>
                  </a:lnTo>
                  <a:cubicBezTo>
                    <a:pt x="3927729" y="0"/>
                    <a:pt x="3935222" y="7620"/>
                    <a:pt x="3935222" y="16891"/>
                  </a:cubicBezTo>
                  <a:lnTo>
                    <a:pt x="3935222" y="943483"/>
                  </a:lnTo>
                  <a:cubicBezTo>
                    <a:pt x="3935222" y="952881"/>
                    <a:pt x="3927602" y="960374"/>
                    <a:pt x="391833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3918331" y="926592"/>
                  </a:lnTo>
                  <a:lnTo>
                    <a:pt x="3918331" y="943483"/>
                  </a:lnTo>
                  <a:lnTo>
                    <a:pt x="3901440" y="943483"/>
                  </a:lnTo>
                  <a:lnTo>
                    <a:pt x="3901440" y="16891"/>
                  </a:lnTo>
                  <a:lnTo>
                    <a:pt x="3918331" y="16891"/>
                  </a:lnTo>
                  <a:lnTo>
                    <a:pt x="3918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48F77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144000" y="6675120"/>
            <a:ext cx="2926080" cy="694944"/>
            <a:chOff x="0" y="0"/>
            <a:chExt cx="3901440" cy="92659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901440" cy="926592"/>
            </a:xfrm>
            <a:custGeom>
              <a:avLst/>
              <a:gdLst/>
              <a:ahLst/>
              <a:cxnLst/>
              <a:rect r="r" b="b" t="t" l="l"/>
              <a:pathLst>
                <a:path h="92659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42" r="0" b="-32042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39014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MVC Pattern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423143" y="6662423"/>
            <a:ext cx="2951483" cy="720347"/>
            <a:chOff x="0" y="0"/>
            <a:chExt cx="3935311" cy="96046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6891" y="16891"/>
              <a:ext cx="3901440" cy="926592"/>
            </a:xfrm>
            <a:custGeom>
              <a:avLst/>
              <a:gdLst/>
              <a:ahLst/>
              <a:cxnLst/>
              <a:rect r="r" b="b" t="t" l="l"/>
              <a:pathLst>
                <a:path h="92659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48F77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935222" cy="960376"/>
            </a:xfrm>
            <a:custGeom>
              <a:avLst/>
              <a:gdLst/>
              <a:ahLst/>
              <a:cxnLst/>
              <a:rect r="r" b="b" t="t" l="l"/>
              <a:pathLst>
                <a:path h="960376" w="3935222">
                  <a:moveTo>
                    <a:pt x="16891" y="0"/>
                  </a:moveTo>
                  <a:lnTo>
                    <a:pt x="3918331" y="0"/>
                  </a:lnTo>
                  <a:cubicBezTo>
                    <a:pt x="3927729" y="0"/>
                    <a:pt x="3935222" y="7620"/>
                    <a:pt x="3935222" y="16891"/>
                  </a:cubicBezTo>
                  <a:lnTo>
                    <a:pt x="3935222" y="943483"/>
                  </a:lnTo>
                  <a:cubicBezTo>
                    <a:pt x="3935222" y="952881"/>
                    <a:pt x="3927602" y="960374"/>
                    <a:pt x="391833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3918331" y="926592"/>
                  </a:lnTo>
                  <a:lnTo>
                    <a:pt x="3918331" y="943483"/>
                  </a:lnTo>
                  <a:lnTo>
                    <a:pt x="3901440" y="943483"/>
                  </a:lnTo>
                  <a:lnTo>
                    <a:pt x="3901440" y="16891"/>
                  </a:lnTo>
                  <a:lnTo>
                    <a:pt x="3918331" y="16891"/>
                  </a:lnTo>
                  <a:lnTo>
                    <a:pt x="3918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48F77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2435840" y="6675120"/>
            <a:ext cx="2926080" cy="694944"/>
            <a:chOff x="0" y="0"/>
            <a:chExt cx="3901440" cy="92659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901440" cy="926592"/>
            </a:xfrm>
            <a:custGeom>
              <a:avLst/>
              <a:gdLst/>
              <a:ahLst/>
              <a:cxnLst/>
              <a:rect r="r" b="b" t="t" l="l"/>
              <a:pathLst>
                <a:path h="92659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42" r="0" b="-32042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39014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User Roles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2547623" y="7668263"/>
            <a:ext cx="2951483" cy="720347"/>
            <a:chOff x="0" y="0"/>
            <a:chExt cx="3935311" cy="96046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6891" y="16891"/>
              <a:ext cx="3901440" cy="926592"/>
            </a:xfrm>
            <a:custGeom>
              <a:avLst/>
              <a:gdLst/>
              <a:ahLst/>
              <a:cxnLst/>
              <a:rect r="r" b="b" t="t" l="l"/>
              <a:pathLst>
                <a:path h="92659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48F77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935222" cy="960376"/>
            </a:xfrm>
            <a:custGeom>
              <a:avLst/>
              <a:gdLst/>
              <a:ahLst/>
              <a:cxnLst/>
              <a:rect r="r" b="b" t="t" l="l"/>
              <a:pathLst>
                <a:path h="960376" w="3935222">
                  <a:moveTo>
                    <a:pt x="16891" y="0"/>
                  </a:moveTo>
                  <a:lnTo>
                    <a:pt x="3918331" y="0"/>
                  </a:lnTo>
                  <a:cubicBezTo>
                    <a:pt x="3927729" y="0"/>
                    <a:pt x="3935222" y="7620"/>
                    <a:pt x="3935222" y="16891"/>
                  </a:cubicBezTo>
                  <a:lnTo>
                    <a:pt x="3935222" y="943483"/>
                  </a:lnTo>
                  <a:cubicBezTo>
                    <a:pt x="3935222" y="952881"/>
                    <a:pt x="3927602" y="960374"/>
                    <a:pt x="391833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3918331" y="926592"/>
                  </a:lnTo>
                  <a:lnTo>
                    <a:pt x="3918331" y="943483"/>
                  </a:lnTo>
                  <a:lnTo>
                    <a:pt x="3901440" y="943483"/>
                  </a:lnTo>
                  <a:lnTo>
                    <a:pt x="3901440" y="16891"/>
                  </a:lnTo>
                  <a:lnTo>
                    <a:pt x="3918331" y="16891"/>
                  </a:lnTo>
                  <a:lnTo>
                    <a:pt x="3918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48F77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2560320" y="7680960"/>
            <a:ext cx="2926080" cy="694944"/>
            <a:chOff x="0" y="0"/>
            <a:chExt cx="3901440" cy="92659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901440" cy="926592"/>
            </a:xfrm>
            <a:custGeom>
              <a:avLst/>
              <a:gdLst/>
              <a:ahLst/>
              <a:cxnLst/>
              <a:rect r="r" b="b" t="t" l="l"/>
              <a:pathLst>
                <a:path h="92659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42" r="0" b="-32042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39014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Sports Classes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5839463" y="7668263"/>
            <a:ext cx="2951483" cy="720347"/>
            <a:chOff x="0" y="0"/>
            <a:chExt cx="3935311" cy="960463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16891" y="16891"/>
              <a:ext cx="3901440" cy="926592"/>
            </a:xfrm>
            <a:custGeom>
              <a:avLst/>
              <a:gdLst/>
              <a:ahLst/>
              <a:cxnLst/>
              <a:rect r="r" b="b" t="t" l="l"/>
              <a:pathLst>
                <a:path h="92659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48F77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935222" cy="960376"/>
            </a:xfrm>
            <a:custGeom>
              <a:avLst/>
              <a:gdLst/>
              <a:ahLst/>
              <a:cxnLst/>
              <a:rect r="r" b="b" t="t" l="l"/>
              <a:pathLst>
                <a:path h="960376" w="3935222">
                  <a:moveTo>
                    <a:pt x="16891" y="0"/>
                  </a:moveTo>
                  <a:lnTo>
                    <a:pt x="3918331" y="0"/>
                  </a:lnTo>
                  <a:cubicBezTo>
                    <a:pt x="3927729" y="0"/>
                    <a:pt x="3935222" y="7620"/>
                    <a:pt x="3935222" y="16891"/>
                  </a:cubicBezTo>
                  <a:lnTo>
                    <a:pt x="3935222" y="943483"/>
                  </a:lnTo>
                  <a:cubicBezTo>
                    <a:pt x="3935222" y="952881"/>
                    <a:pt x="3927602" y="960374"/>
                    <a:pt x="391833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3918331" y="926592"/>
                  </a:lnTo>
                  <a:lnTo>
                    <a:pt x="3918331" y="943483"/>
                  </a:lnTo>
                  <a:lnTo>
                    <a:pt x="3901440" y="943483"/>
                  </a:lnTo>
                  <a:lnTo>
                    <a:pt x="3901440" y="16891"/>
                  </a:lnTo>
                  <a:lnTo>
                    <a:pt x="3918331" y="16891"/>
                  </a:lnTo>
                  <a:lnTo>
                    <a:pt x="3918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48F77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5852160" y="7680960"/>
            <a:ext cx="2926080" cy="694944"/>
            <a:chOff x="0" y="0"/>
            <a:chExt cx="3901440" cy="92659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901440" cy="926592"/>
            </a:xfrm>
            <a:custGeom>
              <a:avLst/>
              <a:gdLst/>
              <a:ahLst/>
              <a:cxnLst/>
              <a:rect r="r" b="b" t="t" l="l"/>
              <a:pathLst>
                <a:path h="92659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42" r="0" b="-32042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39014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Marketplace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131303" y="7668263"/>
            <a:ext cx="2951483" cy="720347"/>
            <a:chOff x="0" y="0"/>
            <a:chExt cx="3935311" cy="960463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16891" y="16891"/>
              <a:ext cx="3901440" cy="926592"/>
            </a:xfrm>
            <a:custGeom>
              <a:avLst/>
              <a:gdLst/>
              <a:ahLst/>
              <a:cxnLst/>
              <a:rect r="r" b="b" t="t" l="l"/>
              <a:pathLst>
                <a:path h="92659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48F77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935222" cy="960376"/>
            </a:xfrm>
            <a:custGeom>
              <a:avLst/>
              <a:gdLst/>
              <a:ahLst/>
              <a:cxnLst/>
              <a:rect r="r" b="b" t="t" l="l"/>
              <a:pathLst>
                <a:path h="960376" w="3935222">
                  <a:moveTo>
                    <a:pt x="16891" y="0"/>
                  </a:moveTo>
                  <a:lnTo>
                    <a:pt x="3918331" y="0"/>
                  </a:lnTo>
                  <a:cubicBezTo>
                    <a:pt x="3927729" y="0"/>
                    <a:pt x="3935222" y="7620"/>
                    <a:pt x="3935222" y="16891"/>
                  </a:cubicBezTo>
                  <a:lnTo>
                    <a:pt x="3935222" y="943483"/>
                  </a:lnTo>
                  <a:cubicBezTo>
                    <a:pt x="3935222" y="952881"/>
                    <a:pt x="3927602" y="960374"/>
                    <a:pt x="391833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3918331" y="926592"/>
                  </a:lnTo>
                  <a:lnTo>
                    <a:pt x="3918331" y="943483"/>
                  </a:lnTo>
                  <a:lnTo>
                    <a:pt x="3901440" y="943483"/>
                  </a:lnTo>
                  <a:lnTo>
                    <a:pt x="3901440" y="16891"/>
                  </a:lnTo>
                  <a:lnTo>
                    <a:pt x="3918331" y="16891"/>
                  </a:lnTo>
                  <a:lnTo>
                    <a:pt x="3918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48F77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9144000" y="7680960"/>
            <a:ext cx="2926080" cy="694944"/>
            <a:chOff x="0" y="0"/>
            <a:chExt cx="3901440" cy="92659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901440" cy="926592"/>
            </a:xfrm>
            <a:custGeom>
              <a:avLst/>
              <a:gdLst/>
              <a:ahLst/>
              <a:cxnLst/>
              <a:rect r="r" b="b" t="t" l="l"/>
              <a:pathLst>
                <a:path h="92659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42" r="0" b="-32042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39014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Chat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2423143" y="7668263"/>
            <a:ext cx="2951483" cy="720347"/>
            <a:chOff x="0" y="0"/>
            <a:chExt cx="3935311" cy="960463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16891" y="16891"/>
              <a:ext cx="3901440" cy="926592"/>
            </a:xfrm>
            <a:custGeom>
              <a:avLst/>
              <a:gdLst/>
              <a:ahLst/>
              <a:cxnLst/>
              <a:rect r="r" b="b" t="t" l="l"/>
              <a:pathLst>
                <a:path h="92659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48F77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935222" cy="960376"/>
            </a:xfrm>
            <a:custGeom>
              <a:avLst/>
              <a:gdLst/>
              <a:ahLst/>
              <a:cxnLst/>
              <a:rect r="r" b="b" t="t" l="l"/>
              <a:pathLst>
                <a:path h="960376" w="3935222">
                  <a:moveTo>
                    <a:pt x="16891" y="0"/>
                  </a:moveTo>
                  <a:lnTo>
                    <a:pt x="3918331" y="0"/>
                  </a:lnTo>
                  <a:cubicBezTo>
                    <a:pt x="3927729" y="0"/>
                    <a:pt x="3935222" y="7620"/>
                    <a:pt x="3935222" y="16891"/>
                  </a:cubicBezTo>
                  <a:lnTo>
                    <a:pt x="3935222" y="943483"/>
                  </a:lnTo>
                  <a:cubicBezTo>
                    <a:pt x="3935222" y="952881"/>
                    <a:pt x="3927602" y="960374"/>
                    <a:pt x="391833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3918331" y="926592"/>
                  </a:lnTo>
                  <a:lnTo>
                    <a:pt x="3918331" y="943483"/>
                  </a:lnTo>
                  <a:lnTo>
                    <a:pt x="3901440" y="943483"/>
                  </a:lnTo>
                  <a:lnTo>
                    <a:pt x="3901440" y="16891"/>
                  </a:lnTo>
                  <a:lnTo>
                    <a:pt x="3918331" y="16891"/>
                  </a:lnTo>
                  <a:lnTo>
                    <a:pt x="39183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48F77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2435840" y="7680960"/>
            <a:ext cx="2926080" cy="694944"/>
            <a:chOff x="0" y="0"/>
            <a:chExt cx="3901440" cy="92659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901440" cy="926592"/>
            </a:xfrm>
            <a:custGeom>
              <a:avLst/>
              <a:gdLst/>
              <a:ahLst/>
              <a:cxnLst/>
              <a:rect r="r" b="b" t="t" l="l"/>
              <a:pathLst>
                <a:path h="926592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2042" r="0" b="-32042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390144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Admin Panel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DAHI-ngjLXg</dc:identifier>
  <dcterms:modified xsi:type="dcterms:W3CDTF">2011-08-01T06:04:30Z</dcterms:modified>
  <cp:revision>1</cp:revision>
  <dc:title>SportConnect_TechnicalEnglish.pptx</dc:title>
</cp:coreProperties>
</file>