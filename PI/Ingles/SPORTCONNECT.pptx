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Barlow" charset="1" panose="00000500000000000000"/>
      <p:regular r:id="rId13"/>
    </p:embeddedFont>
    <p:embeddedFont>
      <p:font typeface="Barlow Medium" charset="1" panose="00000600000000000000"/>
      <p:regular r:id="rId14"/>
    </p:embeddedFont>
    <p:embeddedFont>
      <p:font typeface="Barlow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notesSlides/notesSlide3.xml" Type="http://schemas.openxmlformats.org/officeDocument/2006/relationships/notesSlide"/><Relationship Id="rId17" Target="notesSlides/notesSlide4.xml" Type="http://schemas.openxmlformats.org/officeDocument/2006/relationships/notes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38049" y="3474987"/>
            <a:ext cx="3752402" cy="580130"/>
            <a:chOff x="0" y="0"/>
            <a:chExt cx="5003203" cy="773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3292" cy="773557"/>
            </a:xfrm>
            <a:custGeom>
              <a:avLst/>
              <a:gdLst/>
              <a:ahLst/>
              <a:cxnLst/>
              <a:rect r="r" b="b" t="t" l="l"/>
              <a:pathLst>
                <a:path h="773557" w="5003292">
                  <a:moveTo>
                    <a:pt x="0" y="138303"/>
                  </a:moveTo>
                  <a:cubicBezTo>
                    <a:pt x="0" y="61849"/>
                    <a:pt x="61849" y="0"/>
                    <a:pt x="138303" y="0"/>
                  </a:cubicBezTo>
                  <a:lnTo>
                    <a:pt x="4864989" y="0"/>
                  </a:lnTo>
                  <a:cubicBezTo>
                    <a:pt x="4941316" y="0"/>
                    <a:pt x="5003292" y="61849"/>
                    <a:pt x="5003292" y="138303"/>
                  </a:cubicBezTo>
                  <a:lnTo>
                    <a:pt x="5003292" y="635254"/>
                  </a:lnTo>
                  <a:cubicBezTo>
                    <a:pt x="5003292" y="711581"/>
                    <a:pt x="4941443" y="773557"/>
                    <a:pt x="4864989" y="773557"/>
                  </a:cubicBezTo>
                  <a:lnTo>
                    <a:pt x="138303" y="773557"/>
                  </a:lnTo>
                  <a:cubicBezTo>
                    <a:pt x="61849" y="773557"/>
                    <a:pt x="0" y="711581"/>
                    <a:pt x="0" y="635254"/>
                  </a:cubicBezTo>
                  <a:close/>
                </a:path>
              </a:pathLst>
            </a:custGeom>
            <a:solidFill>
              <a:srgbClr val="48040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123187" y="3491360"/>
            <a:ext cx="3382118" cy="47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TECHNICAL ENGLISH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8049" y="4130878"/>
            <a:ext cx="9269911" cy="123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2"/>
              </a:lnSpc>
            </a:pPr>
            <a:r>
              <a:rPr lang="en-US" sz="7437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SPORTCONNECT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38049" y="5719467"/>
            <a:ext cx="9269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 sports-oriented platform that connects coaches and students — built with technology, designed for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4011" y="720481"/>
            <a:ext cx="2146849" cy="491881"/>
            <a:chOff x="0" y="0"/>
            <a:chExt cx="2862466" cy="6558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62580" cy="655955"/>
            </a:xfrm>
            <a:custGeom>
              <a:avLst/>
              <a:gdLst/>
              <a:ahLst/>
              <a:cxnLst/>
              <a:rect r="r" b="b" t="t" l="l"/>
              <a:pathLst>
                <a:path h="655955" w="2862580">
                  <a:moveTo>
                    <a:pt x="0" y="123063"/>
                  </a:moveTo>
                  <a:cubicBezTo>
                    <a:pt x="0" y="54991"/>
                    <a:pt x="56007" y="0"/>
                    <a:pt x="124841" y="0"/>
                  </a:cubicBezTo>
                  <a:lnTo>
                    <a:pt x="2737739" y="0"/>
                  </a:lnTo>
                  <a:lnTo>
                    <a:pt x="2737739" y="6350"/>
                  </a:lnTo>
                  <a:lnTo>
                    <a:pt x="2737739" y="0"/>
                  </a:lnTo>
                  <a:cubicBezTo>
                    <a:pt x="2806573" y="0"/>
                    <a:pt x="2862580" y="54991"/>
                    <a:pt x="2862580" y="123063"/>
                  </a:cubicBezTo>
                  <a:lnTo>
                    <a:pt x="2856230" y="123063"/>
                  </a:lnTo>
                  <a:lnTo>
                    <a:pt x="2862580" y="123063"/>
                  </a:lnTo>
                  <a:lnTo>
                    <a:pt x="2862580" y="532892"/>
                  </a:lnTo>
                  <a:lnTo>
                    <a:pt x="2856230" y="532892"/>
                  </a:lnTo>
                  <a:lnTo>
                    <a:pt x="2862580" y="532892"/>
                  </a:lnTo>
                  <a:cubicBezTo>
                    <a:pt x="2862580" y="600964"/>
                    <a:pt x="2806573" y="655955"/>
                    <a:pt x="2737739" y="655955"/>
                  </a:cubicBezTo>
                  <a:lnTo>
                    <a:pt x="2737739" y="649605"/>
                  </a:lnTo>
                  <a:lnTo>
                    <a:pt x="2737739" y="655955"/>
                  </a:lnTo>
                  <a:lnTo>
                    <a:pt x="124841" y="655955"/>
                  </a:lnTo>
                  <a:lnTo>
                    <a:pt x="124841" y="649605"/>
                  </a:lnTo>
                  <a:lnTo>
                    <a:pt x="124841" y="655955"/>
                  </a:lnTo>
                  <a:cubicBezTo>
                    <a:pt x="56007" y="655828"/>
                    <a:pt x="0" y="600837"/>
                    <a:pt x="0" y="532892"/>
                  </a:cubicBezTo>
                  <a:lnTo>
                    <a:pt x="0" y="123063"/>
                  </a:lnTo>
                  <a:lnTo>
                    <a:pt x="6350" y="123063"/>
                  </a:lnTo>
                  <a:lnTo>
                    <a:pt x="0" y="123063"/>
                  </a:lnTo>
                  <a:moveTo>
                    <a:pt x="12700" y="123063"/>
                  </a:moveTo>
                  <a:lnTo>
                    <a:pt x="12700" y="532892"/>
                  </a:lnTo>
                  <a:lnTo>
                    <a:pt x="6350" y="532892"/>
                  </a:lnTo>
                  <a:lnTo>
                    <a:pt x="12700" y="532892"/>
                  </a:lnTo>
                  <a:cubicBezTo>
                    <a:pt x="12700" y="593725"/>
                    <a:pt x="62738" y="643255"/>
                    <a:pt x="124841" y="643255"/>
                  </a:cubicBezTo>
                  <a:lnTo>
                    <a:pt x="2737739" y="643255"/>
                  </a:lnTo>
                  <a:cubicBezTo>
                    <a:pt x="2799715" y="643255"/>
                    <a:pt x="2849880" y="593725"/>
                    <a:pt x="2849880" y="532892"/>
                  </a:cubicBezTo>
                  <a:lnTo>
                    <a:pt x="2849880" y="123063"/>
                  </a:lnTo>
                  <a:cubicBezTo>
                    <a:pt x="2849880" y="62230"/>
                    <a:pt x="2799842" y="12700"/>
                    <a:pt x="2737739" y="12700"/>
                  </a:cubicBezTo>
                  <a:lnTo>
                    <a:pt x="124841" y="12700"/>
                  </a:lnTo>
                  <a:lnTo>
                    <a:pt x="124841" y="6350"/>
                  </a:lnTo>
                  <a:lnTo>
                    <a:pt x="124841" y="12700"/>
                  </a:lnTo>
                  <a:cubicBezTo>
                    <a:pt x="62738" y="12700"/>
                    <a:pt x="12700" y="62230"/>
                    <a:pt x="12700" y="123063"/>
                  </a:cubicBezTo>
                  <a:close/>
                </a:path>
              </a:pathLst>
            </a:custGeom>
            <a:solidFill>
              <a:srgbClr val="F65F6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4423" y="774649"/>
            <a:ext cx="1806026" cy="34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F65F62"/>
                </a:solidFill>
                <a:latin typeface="Barlow"/>
                <a:ea typeface="Barlow"/>
                <a:cs typeface="Barlow"/>
                <a:sym typeface="Barlow"/>
              </a:rPr>
              <a:t>PROJECT CONCEPT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773" y="1276350"/>
            <a:ext cx="5812041" cy="74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499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What Is SportConnect?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8773" y="2272008"/>
            <a:ext cx="15970453" cy="8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SportConnect is a digital platform for sports activities. Coaches create classes, publish posts, and offer products or services. Students register, join classes, and purchase services easily.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53976" y="3363516"/>
            <a:ext cx="9379896" cy="5567067"/>
            <a:chOff x="0" y="0"/>
            <a:chExt cx="12506528" cy="742275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2506579" cy="7422769"/>
            </a:xfrm>
            <a:custGeom>
              <a:avLst/>
              <a:gdLst/>
              <a:ahLst/>
              <a:cxnLst/>
              <a:rect r="r" b="b" t="t" l="l"/>
              <a:pathLst>
                <a:path h="7422769" w="12506579">
                  <a:moveTo>
                    <a:pt x="0" y="0"/>
                  </a:moveTo>
                  <a:lnTo>
                    <a:pt x="12506579" y="0"/>
                  </a:lnTo>
                  <a:lnTo>
                    <a:pt x="12506579" y="7422769"/>
                  </a:lnTo>
                  <a:lnTo>
                    <a:pt x="0" y="7422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" t="0" r="-51" b="0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1693976" y="4724200"/>
            <a:ext cx="798509" cy="798509"/>
          </a:xfrm>
          <a:custGeom>
            <a:avLst/>
            <a:gdLst/>
            <a:ahLst/>
            <a:cxnLst/>
            <a:rect r="r" b="b" t="t" l="l"/>
            <a:pathLst>
              <a:path h="798509" w="798509">
                <a:moveTo>
                  <a:pt x="0" y="0"/>
                </a:moveTo>
                <a:lnTo>
                  <a:pt x="798509" y="0"/>
                </a:lnTo>
                <a:lnTo>
                  <a:pt x="798509" y="798509"/>
                </a:lnTo>
                <a:lnTo>
                  <a:pt x="0" y="7985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452" r="0" b="-1845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82544" y="7654700"/>
            <a:ext cx="2331653" cy="40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Student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8770668" y="4725695"/>
            <a:ext cx="798509" cy="798509"/>
          </a:xfrm>
          <a:custGeom>
            <a:avLst/>
            <a:gdLst/>
            <a:ahLst/>
            <a:cxnLst/>
            <a:rect r="r" b="b" t="t" l="l"/>
            <a:pathLst>
              <a:path h="798509" w="798509">
                <a:moveTo>
                  <a:pt x="0" y="0"/>
                </a:moveTo>
                <a:lnTo>
                  <a:pt x="798509" y="0"/>
                </a:lnTo>
                <a:lnTo>
                  <a:pt x="798509" y="798510"/>
                </a:lnTo>
                <a:lnTo>
                  <a:pt x="0" y="798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5713" t="0" r="-35715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044024" y="7654700"/>
            <a:ext cx="2331653" cy="40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SportConnect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5832148" y="4725695"/>
            <a:ext cx="798509" cy="798509"/>
          </a:xfrm>
          <a:custGeom>
            <a:avLst/>
            <a:gdLst/>
            <a:ahLst/>
            <a:cxnLst/>
            <a:rect r="r" b="b" t="t" l="l"/>
            <a:pathLst>
              <a:path h="798509" w="798509">
                <a:moveTo>
                  <a:pt x="0" y="0"/>
                </a:moveTo>
                <a:lnTo>
                  <a:pt x="798509" y="0"/>
                </a:lnTo>
                <a:lnTo>
                  <a:pt x="798509" y="798510"/>
                </a:lnTo>
                <a:lnTo>
                  <a:pt x="0" y="7985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3095" r="0" b="-1309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57584" y="7654700"/>
            <a:ext cx="2331653" cy="40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Coach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8773" y="9101433"/>
            <a:ext cx="1597045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The platform acts as the central hub — simplifying how coaches and students interact, schedule, and transact.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1358351"/>
            <a:ext cx="2368306" cy="580130"/>
            <a:chOff x="0" y="0"/>
            <a:chExt cx="3157741" cy="773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57728" cy="773557"/>
            </a:xfrm>
            <a:custGeom>
              <a:avLst/>
              <a:gdLst/>
              <a:ahLst/>
              <a:cxnLst/>
              <a:rect r="r" b="b" t="t" l="l"/>
              <a:pathLst>
                <a:path h="773557" w="3157728">
                  <a:moveTo>
                    <a:pt x="0" y="138303"/>
                  </a:moveTo>
                  <a:cubicBezTo>
                    <a:pt x="0" y="61849"/>
                    <a:pt x="61849" y="0"/>
                    <a:pt x="138303" y="0"/>
                  </a:cubicBezTo>
                  <a:lnTo>
                    <a:pt x="3019425" y="0"/>
                  </a:lnTo>
                  <a:cubicBezTo>
                    <a:pt x="3095752" y="0"/>
                    <a:pt x="3157728" y="61849"/>
                    <a:pt x="3157728" y="138303"/>
                  </a:cubicBezTo>
                  <a:lnTo>
                    <a:pt x="3157728" y="635254"/>
                  </a:lnTo>
                  <a:cubicBezTo>
                    <a:pt x="3157728" y="711581"/>
                    <a:pt x="3095879" y="773557"/>
                    <a:pt x="3019425" y="773557"/>
                  </a:cubicBezTo>
                  <a:lnTo>
                    <a:pt x="138303" y="773557"/>
                  </a:lnTo>
                  <a:cubicBezTo>
                    <a:pt x="61849" y="773557"/>
                    <a:pt x="0" y="711581"/>
                    <a:pt x="0" y="635254"/>
                  </a:cubicBezTo>
                  <a:close/>
                </a:path>
              </a:pathLst>
            </a:custGeom>
            <a:solidFill>
              <a:srgbClr val="48040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5187" y="1374724"/>
            <a:ext cx="1998021" cy="47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MAIN USER ROLES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2023767"/>
            <a:ext cx="761925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Who Uses SportConnect?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049" y="3381966"/>
            <a:ext cx="4565152" cy="2821334"/>
            <a:chOff x="0" y="0"/>
            <a:chExt cx="6086869" cy="37617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086856" cy="3761740"/>
            </a:xfrm>
            <a:custGeom>
              <a:avLst/>
              <a:gdLst/>
              <a:ahLst/>
              <a:cxnLst/>
              <a:rect r="r" b="b" t="t" l="l"/>
              <a:pathLst>
                <a:path h="3761740" w="6086856">
                  <a:moveTo>
                    <a:pt x="0" y="0"/>
                  </a:moveTo>
                  <a:lnTo>
                    <a:pt x="6086856" y="0"/>
                  </a:lnTo>
                  <a:lnTo>
                    <a:pt x="6086856" y="3761740"/>
                  </a:lnTo>
                  <a:lnTo>
                    <a:pt x="0" y="376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" t="0" r="-5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0049" y="6570021"/>
            <a:ext cx="3429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🏋️</a:t>
            </a:r>
            <a:r>
              <a:rPr lang="en-US" sz="2687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 Coach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7126634"/>
            <a:ext cx="7871069" cy="180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Creates and manages classes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Publishes posts and updates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Sells products or services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36881" y="3381966"/>
            <a:ext cx="4565152" cy="2821334"/>
            <a:chOff x="0" y="0"/>
            <a:chExt cx="6086869" cy="376177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086856" cy="3761740"/>
            </a:xfrm>
            <a:custGeom>
              <a:avLst/>
              <a:gdLst/>
              <a:ahLst/>
              <a:cxnLst/>
              <a:rect r="r" b="b" t="t" l="l"/>
              <a:pathLst>
                <a:path h="3761740" w="6086856">
                  <a:moveTo>
                    <a:pt x="0" y="0"/>
                  </a:moveTo>
                  <a:lnTo>
                    <a:pt x="6086856" y="0"/>
                  </a:lnTo>
                  <a:lnTo>
                    <a:pt x="6086856" y="3761740"/>
                  </a:lnTo>
                  <a:lnTo>
                    <a:pt x="0" y="376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" t="0" r="-5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36881" y="6570021"/>
            <a:ext cx="3429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🎓</a:t>
            </a:r>
            <a:r>
              <a:rPr lang="en-US" sz="2687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 Student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36881" y="7126634"/>
            <a:ext cx="7871069" cy="180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Registers on the app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Joins classes and sessions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Buys services and products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7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20420" y="538458"/>
            <a:ext cx="1583684" cy="277416"/>
            <a:chOff x="0" y="0"/>
            <a:chExt cx="2111578" cy="369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1502" cy="369824"/>
            </a:xfrm>
            <a:custGeom>
              <a:avLst/>
              <a:gdLst/>
              <a:ahLst/>
              <a:cxnLst/>
              <a:rect r="r" b="b" t="t" l="l"/>
              <a:pathLst>
                <a:path h="369824" w="2111502">
                  <a:moveTo>
                    <a:pt x="0" y="77724"/>
                  </a:moveTo>
                  <a:cubicBezTo>
                    <a:pt x="0" y="34798"/>
                    <a:pt x="34798" y="0"/>
                    <a:pt x="77724" y="0"/>
                  </a:cubicBezTo>
                  <a:lnTo>
                    <a:pt x="2033778" y="0"/>
                  </a:lnTo>
                  <a:cubicBezTo>
                    <a:pt x="2076704" y="0"/>
                    <a:pt x="2111502" y="34798"/>
                    <a:pt x="2111502" y="77724"/>
                  </a:cubicBezTo>
                  <a:lnTo>
                    <a:pt x="2111502" y="292100"/>
                  </a:lnTo>
                  <a:cubicBezTo>
                    <a:pt x="2111502" y="335026"/>
                    <a:pt x="2076704" y="369824"/>
                    <a:pt x="2033778" y="369824"/>
                  </a:cubicBezTo>
                  <a:lnTo>
                    <a:pt x="77724" y="369824"/>
                  </a:lnTo>
                  <a:cubicBezTo>
                    <a:pt x="34798" y="369951"/>
                    <a:pt x="0" y="335026"/>
                    <a:pt x="0" y="292100"/>
                  </a:cubicBezTo>
                  <a:close/>
                </a:path>
              </a:pathLst>
            </a:custGeom>
            <a:solidFill>
              <a:srgbClr val="48040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924452" y="580873"/>
            <a:ext cx="1375620" cy="18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AREAS &amp; 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0420" y="826294"/>
            <a:ext cx="3857625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Areas Worked 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815658" y="1478756"/>
            <a:ext cx="5284146" cy="1235126"/>
            <a:chOff x="0" y="0"/>
            <a:chExt cx="7045528" cy="1646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7032879" cy="1634109"/>
            </a:xfrm>
            <a:custGeom>
              <a:avLst/>
              <a:gdLst/>
              <a:ahLst/>
              <a:cxnLst/>
              <a:rect r="r" b="b" t="t" l="l"/>
              <a:pathLst>
                <a:path h="1634109" w="7032879">
                  <a:moveTo>
                    <a:pt x="0" y="97155"/>
                  </a:moveTo>
                  <a:cubicBezTo>
                    <a:pt x="0" y="43561"/>
                    <a:pt x="43815" y="0"/>
                    <a:pt x="97790" y="0"/>
                  </a:cubicBezTo>
                  <a:lnTo>
                    <a:pt x="6935089" y="0"/>
                  </a:lnTo>
                  <a:cubicBezTo>
                    <a:pt x="6989064" y="0"/>
                    <a:pt x="7032879" y="43561"/>
                    <a:pt x="7032879" y="97155"/>
                  </a:cubicBezTo>
                  <a:lnTo>
                    <a:pt x="7032879" y="1536954"/>
                  </a:lnTo>
                  <a:cubicBezTo>
                    <a:pt x="7032879" y="1590675"/>
                    <a:pt x="6989064" y="1634109"/>
                    <a:pt x="6935089" y="1634109"/>
                  </a:cubicBezTo>
                  <a:lnTo>
                    <a:pt x="97790" y="1634109"/>
                  </a:lnTo>
                  <a:cubicBezTo>
                    <a:pt x="43815" y="1634109"/>
                    <a:pt x="0" y="1590548"/>
                    <a:pt x="0" y="1536954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5579" cy="1646809"/>
            </a:xfrm>
            <a:custGeom>
              <a:avLst/>
              <a:gdLst/>
              <a:ahLst/>
              <a:cxnLst/>
              <a:rect r="r" b="b" t="t" l="l"/>
              <a:pathLst>
                <a:path h="1646809" w="7045579">
                  <a:moveTo>
                    <a:pt x="0" y="103505"/>
                  </a:moveTo>
                  <a:cubicBezTo>
                    <a:pt x="0" y="46355"/>
                    <a:pt x="46609" y="0"/>
                    <a:pt x="104140" y="0"/>
                  </a:cubicBezTo>
                  <a:lnTo>
                    <a:pt x="6941439" y="0"/>
                  </a:lnTo>
                  <a:lnTo>
                    <a:pt x="6941439" y="6350"/>
                  </a:lnTo>
                  <a:lnTo>
                    <a:pt x="6941439" y="0"/>
                  </a:lnTo>
                  <a:cubicBezTo>
                    <a:pt x="6998970" y="0"/>
                    <a:pt x="7045579" y="46355"/>
                    <a:pt x="7045579" y="103505"/>
                  </a:cubicBezTo>
                  <a:lnTo>
                    <a:pt x="7039229" y="103505"/>
                  </a:lnTo>
                  <a:lnTo>
                    <a:pt x="7045579" y="103505"/>
                  </a:lnTo>
                  <a:lnTo>
                    <a:pt x="7045579" y="1543304"/>
                  </a:lnTo>
                  <a:lnTo>
                    <a:pt x="7039229" y="1543304"/>
                  </a:lnTo>
                  <a:lnTo>
                    <a:pt x="7045579" y="1543304"/>
                  </a:lnTo>
                  <a:cubicBezTo>
                    <a:pt x="7045579" y="1600581"/>
                    <a:pt x="6998970" y="1646809"/>
                    <a:pt x="6941439" y="1646809"/>
                  </a:cubicBezTo>
                  <a:lnTo>
                    <a:pt x="6941439" y="1640459"/>
                  </a:lnTo>
                  <a:lnTo>
                    <a:pt x="6941439" y="1646809"/>
                  </a:lnTo>
                  <a:lnTo>
                    <a:pt x="104140" y="1646809"/>
                  </a:lnTo>
                  <a:lnTo>
                    <a:pt x="104140" y="1640459"/>
                  </a:lnTo>
                  <a:lnTo>
                    <a:pt x="104140" y="1646809"/>
                  </a:lnTo>
                  <a:cubicBezTo>
                    <a:pt x="46609" y="1646809"/>
                    <a:pt x="0" y="1600454"/>
                    <a:pt x="0" y="1543304"/>
                  </a:cubicBezTo>
                  <a:lnTo>
                    <a:pt x="0" y="103505"/>
                  </a:lnTo>
                  <a:lnTo>
                    <a:pt x="6350" y="103505"/>
                  </a:lnTo>
                  <a:lnTo>
                    <a:pt x="0" y="103505"/>
                  </a:lnTo>
                  <a:moveTo>
                    <a:pt x="12700" y="103505"/>
                  </a:moveTo>
                  <a:lnTo>
                    <a:pt x="12700" y="1543304"/>
                  </a:lnTo>
                  <a:lnTo>
                    <a:pt x="6350" y="1543304"/>
                  </a:lnTo>
                  <a:lnTo>
                    <a:pt x="12700" y="1543304"/>
                  </a:lnTo>
                  <a:cubicBezTo>
                    <a:pt x="12700" y="1593469"/>
                    <a:pt x="53594" y="1634109"/>
                    <a:pt x="104140" y="1634109"/>
                  </a:cubicBezTo>
                  <a:lnTo>
                    <a:pt x="6941439" y="1634109"/>
                  </a:lnTo>
                  <a:cubicBezTo>
                    <a:pt x="6991985" y="1634109"/>
                    <a:pt x="7032879" y="1593342"/>
                    <a:pt x="7032879" y="1543304"/>
                  </a:cubicBezTo>
                  <a:lnTo>
                    <a:pt x="7032879" y="103505"/>
                  </a:lnTo>
                  <a:cubicBezTo>
                    <a:pt x="7032879" y="53340"/>
                    <a:pt x="6991985" y="12700"/>
                    <a:pt x="6941439" y="12700"/>
                  </a:cubicBezTo>
                  <a:lnTo>
                    <a:pt x="104140" y="12700"/>
                  </a:lnTo>
                  <a:lnTo>
                    <a:pt x="104140" y="6350"/>
                  </a:lnTo>
                  <a:lnTo>
                    <a:pt x="104140" y="12700"/>
                  </a:lnTo>
                  <a:cubicBezTo>
                    <a:pt x="53594" y="12700"/>
                    <a:pt x="12700" y="53467"/>
                    <a:pt x="12700" y="103505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003472" y="1666580"/>
            <a:ext cx="520751" cy="520751"/>
            <a:chOff x="0" y="0"/>
            <a:chExt cx="694334" cy="6943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4309" cy="694309"/>
            </a:xfrm>
            <a:custGeom>
              <a:avLst/>
              <a:gdLst/>
              <a:ahLst/>
              <a:cxnLst/>
              <a:rect r="r" b="b" t="t" l="l"/>
              <a:pathLst>
                <a:path h="694309" w="694309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309" y="155448"/>
                    <a:pt x="694309" y="347218"/>
                  </a:cubicBezTo>
                  <a:cubicBezTo>
                    <a:pt x="694309" y="538988"/>
                    <a:pt x="538861" y="694309"/>
                    <a:pt x="347218" y="694309"/>
                  </a:cubicBezTo>
                  <a:cubicBezTo>
                    <a:pt x="155575" y="694309"/>
                    <a:pt x="0" y="538861"/>
                    <a:pt x="0" y="34721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4146652" y="1809750"/>
            <a:ext cx="234258" cy="234258"/>
          </a:xfrm>
          <a:custGeom>
            <a:avLst/>
            <a:gdLst/>
            <a:ahLst/>
            <a:cxnLst/>
            <a:rect r="r" b="b" t="t" l="l"/>
            <a:pathLst>
              <a:path h="234258" w="234258">
                <a:moveTo>
                  <a:pt x="0" y="0"/>
                </a:moveTo>
                <a:lnTo>
                  <a:pt x="234257" y="0"/>
                </a:lnTo>
                <a:lnTo>
                  <a:pt x="234257" y="234258"/>
                </a:lnTo>
                <a:lnTo>
                  <a:pt x="0" y="234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03472" y="2284962"/>
            <a:ext cx="1928812" cy="24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Analysis &amp; Planning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87901" y="1478756"/>
            <a:ext cx="5284289" cy="1235126"/>
            <a:chOff x="0" y="0"/>
            <a:chExt cx="7045719" cy="16468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7033006" cy="1634109"/>
            </a:xfrm>
            <a:custGeom>
              <a:avLst/>
              <a:gdLst/>
              <a:ahLst/>
              <a:cxnLst/>
              <a:rect r="r" b="b" t="t" l="l"/>
              <a:pathLst>
                <a:path h="1634109" w="7033006">
                  <a:moveTo>
                    <a:pt x="0" y="97155"/>
                  </a:moveTo>
                  <a:cubicBezTo>
                    <a:pt x="0" y="43561"/>
                    <a:pt x="43815" y="0"/>
                    <a:pt x="97790" y="0"/>
                  </a:cubicBezTo>
                  <a:lnTo>
                    <a:pt x="6935216" y="0"/>
                  </a:lnTo>
                  <a:cubicBezTo>
                    <a:pt x="6989191" y="0"/>
                    <a:pt x="7033006" y="43561"/>
                    <a:pt x="7033006" y="97155"/>
                  </a:cubicBezTo>
                  <a:lnTo>
                    <a:pt x="7033006" y="1536954"/>
                  </a:lnTo>
                  <a:cubicBezTo>
                    <a:pt x="7033006" y="1590675"/>
                    <a:pt x="6989191" y="1634109"/>
                    <a:pt x="6935216" y="1634109"/>
                  </a:cubicBezTo>
                  <a:lnTo>
                    <a:pt x="97790" y="1634109"/>
                  </a:lnTo>
                  <a:cubicBezTo>
                    <a:pt x="43815" y="1634109"/>
                    <a:pt x="0" y="1590548"/>
                    <a:pt x="0" y="1536954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5706" cy="1646809"/>
            </a:xfrm>
            <a:custGeom>
              <a:avLst/>
              <a:gdLst/>
              <a:ahLst/>
              <a:cxnLst/>
              <a:rect r="r" b="b" t="t" l="l"/>
              <a:pathLst>
                <a:path h="1646809" w="7045706">
                  <a:moveTo>
                    <a:pt x="0" y="103505"/>
                  </a:moveTo>
                  <a:cubicBezTo>
                    <a:pt x="0" y="46355"/>
                    <a:pt x="46609" y="0"/>
                    <a:pt x="104140" y="0"/>
                  </a:cubicBezTo>
                  <a:lnTo>
                    <a:pt x="6941566" y="0"/>
                  </a:lnTo>
                  <a:lnTo>
                    <a:pt x="6941566" y="6350"/>
                  </a:lnTo>
                  <a:lnTo>
                    <a:pt x="6941566" y="0"/>
                  </a:lnTo>
                  <a:cubicBezTo>
                    <a:pt x="6999098" y="0"/>
                    <a:pt x="7045706" y="46355"/>
                    <a:pt x="7045706" y="103505"/>
                  </a:cubicBezTo>
                  <a:lnTo>
                    <a:pt x="7039356" y="103505"/>
                  </a:lnTo>
                  <a:lnTo>
                    <a:pt x="7045706" y="103505"/>
                  </a:lnTo>
                  <a:lnTo>
                    <a:pt x="7045706" y="1543304"/>
                  </a:lnTo>
                  <a:lnTo>
                    <a:pt x="7039356" y="1543304"/>
                  </a:lnTo>
                  <a:lnTo>
                    <a:pt x="7045706" y="1543304"/>
                  </a:lnTo>
                  <a:cubicBezTo>
                    <a:pt x="7045706" y="1600581"/>
                    <a:pt x="6999098" y="1646809"/>
                    <a:pt x="6941566" y="1646809"/>
                  </a:cubicBezTo>
                  <a:lnTo>
                    <a:pt x="6941566" y="1640459"/>
                  </a:lnTo>
                  <a:lnTo>
                    <a:pt x="6941566" y="1646809"/>
                  </a:lnTo>
                  <a:lnTo>
                    <a:pt x="104140" y="1646809"/>
                  </a:lnTo>
                  <a:lnTo>
                    <a:pt x="104140" y="1640459"/>
                  </a:lnTo>
                  <a:lnTo>
                    <a:pt x="104140" y="1646809"/>
                  </a:lnTo>
                  <a:cubicBezTo>
                    <a:pt x="46609" y="1646809"/>
                    <a:pt x="0" y="1600454"/>
                    <a:pt x="0" y="1543304"/>
                  </a:cubicBezTo>
                  <a:lnTo>
                    <a:pt x="0" y="103505"/>
                  </a:lnTo>
                  <a:lnTo>
                    <a:pt x="6350" y="103505"/>
                  </a:lnTo>
                  <a:lnTo>
                    <a:pt x="0" y="103505"/>
                  </a:lnTo>
                  <a:moveTo>
                    <a:pt x="12700" y="103505"/>
                  </a:moveTo>
                  <a:lnTo>
                    <a:pt x="12700" y="1543304"/>
                  </a:lnTo>
                  <a:lnTo>
                    <a:pt x="6350" y="1543304"/>
                  </a:lnTo>
                  <a:lnTo>
                    <a:pt x="12700" y="1543304"/>
                  </a:lnTo>
                  <a:cubicBezTo>
                    <a:pt x="12700" y="1593469"/>
                    <a:pt x="53594" y="1634109"/>
                    <a:pt x="104140" y="1634109"/>
                  </a:cubicBezTo>
                  <a:lnTo>
                    <a:pt x="6941566" y="1634109"/>
                  </a:lnTo>
                  <a:cubicBezTo>
                    <a:pt x="6992112" y="1634109"/>
                    <a:pt x="7033006" y="1593342"/>
                    <a:pt x="7033006" y="1543304"/>
                  </a:cubicBezTo>
                  <a:lnTo>
                    <a:pt x="7033006" y="103505"/>
                  </a:lnTo>
                  <a:cubicBezTo>
                    <a:pt x="7033006" y="53340"/>
                    <a:pt x="6992112" y="12700"/>
                    <a:pt x="6941566" y="12700"/>
                  </a:cubicBezTo>
                  <a:lnTo>
                    <a:pt x="104140" y="12700"/>
                  </a:lnTo>
                  <a:lnTo>
                    <a:pt x="104140" y="6350"/>
                  </a:lnTo>
                  <a:lnTo>
                    <a:pt x="104140" y="12700"/>
                  </a:lnTo>
                  <a:cubicBezTo>
                    <a:pt x="53594" y="12700"/>
                    <a:pt x="12700" y="53467"/>
                    <a:pt x="12700" y="103505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75724" y="1666580"/>
            <a:ext cx="520751" cy="520751"/>
            <a:chOff x="0" y="0"/>
            <a:chExt cx="694334" cy="6943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309" cy="694309"/>
            </a:xfrm>
            <a:custGeom>
              <a:avLst/>
              <a:gdLst/>
              <a:ahLst/>
              <a:cxnLst/>
              <a:rect r="r" b="b" t="t" l="l"/>
              <a:pathLst>
                <a:path h="694309" w="694309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309" y="155448"/>
                    <a:pt x="694309" y="347218"/>
                  </a:cubicBezTo>
                  <a:cubicBezTo>
                    <a:pt x="694309" y="538988"/>
                    <a:pt x="538861" y="694309"/>
                    <a:pt x="347218" y="694309"/>
                  </a:cubicBezTo>
                  <a:cubicBezTo>
                    <a:pt x="155575" y="694309"/>
                    <a:pt x="0" y="538861"/>
                    <a:pt x="0" y="34721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9518894" y="1809750"/>
            <a:ext cx="234258" cy="234258"/>
          </a:xfrm>
          <a:custGeom>
            <a:avLst/>
            <a:gdLst/>
            <a:ahLst/>
            <a:cxnLst/>
            <a:rect r="r" b="b" t="t" l="l"/>
            <a:pathLst>
              <a:path h="234258" w="234258">
                <a:moveTo>
                  <a:pt x="0" y="0"/>
                </a:moveTo>
                <a:lnTo>
                  <a:pt x="234258" y="0"/>
                </a:lnTo>
                <a:lnTo>
                  <a:pt x="234258" y="234258"/>
                </a:lnTo>
                <a:lnTo>
                  <a:pt x="0" y="234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00" t="0" r="-1996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375724" y="2284962"/>
            <a:ext cx="1928812" cy="24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UI / UX Design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815658" y="2801988"/>
            <a:ext cx="5284146" cy="1235126"/>
            <a:chOff x="0" y="0"/>
            <a:chExt cx="7045528" cy="16468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7032879" cy="1634109"/>
            </a:xfrm>
            <a:custGeom>
              <a:avLst/>
              <a:gdLst/>
              <a:ahLst/>
              <a:cxnLst/>
              <a:rect r="r" b="b" t="t" l="l"/>
              <a:pathLst>
                <a:path h="1634109" w="7032879">
                  <a:moveTo>
                    <a:pt x="0" y="97155"/>
                  </a:moveTo>
                  <a:cubicBezTo>
                    <a:pt x="0" y="43561"/>
                    <a:pt x="43815" y="0"/>
                    <a:pt x="97790" y="0"/>
                  </a:cubicBezTo>
                  <a:lnTo>
                    <a:pt x="6935089" y="0"/>
                  </a:lnTo>
                  <a:cubicBezTo>
                    <a:pt x="6989064" y="0"/>
                    <a:pt x="7032879" y="43561"/>
                    <a:pt x="7032879" y="97155"/>
                  </a:cubicBezTo>
                  <a:lnTo>
                    <a:pt x="7032879" y="1536954"/>
                  </a:lnTo>
                  <a:cubicBezTo>
                    <a:pt x="7032879" y="1590675"/>
                    <a:pt x="6989064" y="1634109"/>
                    <a:pt x="6935089" y="1634109"/>
                  </a:cubicBezTo>
                  <a:lnTo>
                    <a:pt x="97790" y="1634109"/>
                  </a:lnTo>
                  <a:cubicBezTo>
                    <a:pt x="43815" y="1634109"/>
                    <a:pt x="0" y="1590548"/>
                    <a:pt x="0" y="1536954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5579" cy="1646809"/>
            </a:xfrm>
            <a:custGeom>
              <a:avLst/>
              <a:gdLst/>
              <a:ahLst/>
              <a:cxnLst/>
              <a:rect r="r" b="b" t="t" l="l"/>
              <a:pathLst>
                <a:path h="1646809" w="7045579">
                  <a:moveTo>
                    <a:pt x="0" y="103505"/>
                  </a:moveTo>
                  <a:cubicBezTo>
                    <a:pt x="0" y="46355"/>
                    <a:pt x="46609" y="0"/>
                    <a:pt x="104140" y="0"/>
                  </a:cubicBezTo>
                  <a:lnTo>
                    <a:pt x="6941439" y="0"/>
                  </a:lnTo>
                  <a:lnTo>
                    <a:pt x="6941439" y="6350"/>
                  </a:lnTo>
                  <a:lnTo>
                    <a:pt x="6941439" y="0"/>
                  </a:lnTo>
                  <a:cubicBezTo>
                    <a:pt x="6998970" y="0"/>
                    <a:pt x="7045579" y="46355"/>
                    <a:pt x="7045579" y="103505"/>
                  </a:cubicBezTo>
                  <a:lnTo>
                    <a:pt x="7039229" y="103505"/>
                  </a:lnTo>
                  <a:lnTo>
                    <a:pt x="7045579" y="103505"/>
                  </a:lnTo>
                  <a:lnTo>
                    <a:pt x="7045579" y="1543304"/>
                  </a:lnTo>
                  <a:lnTo>
                    <a:pt x="7039229" y="1543304"/>
                  </a:lnTo>
                  <a:lnTo>
                    <a:pt x="7045579" y="1543304"/>
                  </a:lnTo>
                  <a:cubicBezTo>
                    <a:pt x="7045579" y="1600581"/>
                    <a:pt x="6998970" y="1646809"/>
                    <a:pt x="6941439" y="1646809"/>
                  </a:cubicBezTo>
                  <a:lnTo>
                    <a:pt x="6941439" y="1640459"/>
                  </a:lnTo>
                  <a:lnTo>
                    <a:pt x="6941439" y="1646809"/>
                  </a:lnTo>
                  <a:lnTo>
                    <a:pt x="104140" y="1646809"/>
                  </a:lnTo>
                  <a:lnTo>
                    <a:pt x="104140" y="1640459"/>
                  </a:lnTo>
                  <a:lnTo>
                    <a:pt x="104140" y="1646809"/>
                  </a:lnTo>
                  <a:cubicBezTo>
                    <a:pt x="46609" y="1646809"/>
                    <a:pt x="0" y="1600454"/>
                    <a:pt x="0" y="1543304"/>
                  </a:cubicBezTo>
                  <a:lnTo>
                    <a:pt x="0" y="103505"/>
                  </a:lnTo>
                  <a:lnTo>
                    <a:pt x="6350" y="103505"/>
                  </a:lnTo>
                  <a:lnTo>
                    <a:pt x="0" y="103505"/>
                  </a:lnTo>
                  <a:moveTo>
                    <a:pt x="12700" y="103505"/>
                  </a:moveTo>
                  <a:lnTo>
                    <a:pt x="12700" y="1543304"/>
                  </a:lnTo>
                  <a:lnTo>
                    <a:pt x="6350" y="1543304"/>
                  </a:lnTo>
                  <a:lnTo>
                    <a:pt x="12700" y="1543304"/>
                  </a:lnTo>
                  <a:cubicBezTo>
                    <a:pt x="12700" y="1593469"/>
                    <a:pt x="53594" y="1634109"/>
                    <a:pt x="104140" y="1634109"/>
                  </a:cubicBezTo>
                  <a:lnTo>
                    <a:pt x="6941439" y="1634109"/>
                  </a:lnTo>
                  <a:cubicBezTo>
                    <a:pt x="6991985" y="1634109"/>
                    <a:pt x="7032879" y="1593342"/>
                    <a:pt x="7032879" y="1543304"/>
                  </a:cubicBezTo>
                  <a:lnTo>
                    <a:pt x="7032879" y="103505"/>
                  </a:lnTo>
                  <a:cubicBezTo>
                    <a:pt x="7032879" y="53340"/>
                    <a:pt x="6991985" y="12700"/>
                    <a:pt x="6941439" y="12700"/>
                  </a:cubicBezTo>
                  <a:lnTo>
                    <a:pt x="104140" y="12700"/>
                  </a:lnTo>
                  <a:lnTo>
                    <a:pt x="104140" y="6350"/>
                  </a:lnTo>
                  <a:lnTo>
                    <a:pt x="104140" y="12700"/>
                  </a:lnTo>
                  <a:cubicBezTo>
                    <a:pt x="53594" y="12700"/>
                    <a:pt x="12700" y="53467"/>
                    <a:pt x="12700" y="103505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003472" y="2989812"/>
            <a:ext cx="520751" cy="520751"/>
            <a:chOff x="0" y="0"/>
            <a:chExt cx="694334" cy="6943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4309" cy="694309"/>
            </a:xfrm>
            <a:custGeom>
              <a:avLst/>
              <a:gdLst/>
              <a:ahLst/>
              <a:cxnLst/>
              <a:rect r="r" b="b" t="t" l="l"/>
              <a:pathLst>
                <a:path h="694309" w="694309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309" y="155448"/>
                    <a:pt x="694309" y="347218"/>
                  </a:cubicBezTo>
                  <a:cubicBezTo>
                    <a:pt x="694309" y="538988"/>
                    <a:pt x="538861" y="694309"/>
                    <a:pt x="347218" y="694309"/>
                  </a:cubicBezTo>
                  <a:cubicBezTo>
                    <a:pt x="155575" y="694309"/>
                    <a:pt x="0" y="538861"/>
                    <a:pt x="0" y="34721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4146652" y="3132982"/>
            <a:ext cx="234258" cy="234258"/>
          </a:xfrm>
          <a:custGeom>
            <a:avLst/>
            <a:gdLst/>
            <a:ahLst/>
            <a:cxnLst/>
            <a:rect r="r" b="b" t="t" l="l"/>
            <a:pathLst>
              <a:path h="234258" w="234258">
                <a:moveTo>
                  <a:pt x="0" y="0"/>
                </a:moveTo>
                <a:lnTo>
                  <a:pt x="234257" y="0"/>
                </a:lnTo>
                <a:lnTo>
                  <a:pt x="234257" y="234258"/>
                </a:lnTo>
                <a:lnTo>
                  <a:pt x="0" y="234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003472" y="3608184"/>
            <a:ext cx="1928812" cy="24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Programming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87901" y="2801988"/>
            <a:ext cx="5284289" cy="1235126"/>
            <a:chOff x="0" y="0"/>
            <a:chExt cx="7045719" cy="16468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7033006" cy="1634109"/>
            </a:xfrm>
            <a:custGeom>
              <a:avLst/>
              <a:gdLst/>
              <a:ahLst/>
              <a:cxnLst/>
              <a:rect r="r" b="b" t="t" l="l"/>
              <a:pathLst>
                <a:path h="1634109" w="7033006">
                  <a:moveTo>
                    <a:pt x="0" y="97155"/>
                  </a:moveTo>
                  <a:cubicBezTo>
                    <a:pt x="0" y="43561"/>
                    <a:pt x="43815" y="0"/>
                    <a:pt x="97790" y="0"/>
                  </a:cubicBezTo>
                  <a:lnTo>
                    <a:pt x="6935216" y="0"/>
                  </a:lnTo>
                  <a:cubicBezTo>
                    <a:pt x="6989191" y="0"/>
                    <a:pt x="7033006" y="43561"/>
                    <a:pt x="7033006" y="97155"/>
                  </a:cubicBezTo>
                  <a:lnTo>
                    <a:pt x="7033006" y="1536954"/>
                  </a:lnTo>
                  <a:cubicBezTo>
                    <a:pt x="7033006" y="1590675"/>
                    <a:pt x="6989191" y="1634109"/>
                    <a:pt x="6935216" y="1634109"/>
                  </a:cubicBezTo>
                  <a:lnTo>
                    <a:pt x="97790" y="1634109"/>
                  </a:lnTo>
                  <a:cubicBezTo>
                    <a:pt x="43815" y="1634109"/>
                    <a:pt x="0" y="1590548"/>
                    <a:pt x="0" y="1536954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45706" cy="1646809"/>
            </a:xfrm>
            <a:custGeom>
              <a:avLst/>
              <a:gdLst/>
              <a:ahLst/>
              <a:cxnLst/>
              <a:rect r="r" b="b" t="t" l="l"/>
              <a:pathLst>
                <a:path h="1646809" w="7045706">
                  <a:moveTo>
                    <a:pt x="0" y="103505"/>
                  </a:moveTo>
                  <a:cubicBezTo>
                    <a:pt x="0" y="46355"/>
                    <a:pt x="46609" y="0"/>
                    <a:pt x="104140" y="0"/>
                  </a:cubicBezTo>
                  <a:lnTo>
                    <a:pt x="6941566" y="0"/>
                  </a:lnTo>
                  <a:lnTo>
                    <a:pt x="6941566" y="6350"/>
                  </a:lnTo>
                  <a:lnTo>
                    <a:pt x="6941566" y="0"/>
                  </a:lnTo>
                  <a:cubicBezTo>
                    <a:pt x="6999098" y="0"/>
                    <a:pt x="7045706" y="46355"/>
                    <a:pt x="7045706" y="103505"/>
                  </a:cubicBezTo>
                  <a:lnTo>
                    <a:pt x="7039356" y="103505"/>
                  </a:lnTo>
                  <a:lnTo>
                    <a:pt x="7045706" y="103505"/>
                  </a:lnTo>
                  <a:lnTo>
                    <a:pt x="7045706" y="1543304"/>
                  </a:lnTo>
                  <a:lnTo>
                    <a:pt x="7039356" y="1543304"/>
                  </a:lnTo>
                  <a:lnTo>
                    <a:pt x="7045706" y="1543304"/>
                  </a:lnTo>
                  <a:cubicBezTo>
                    <a:pt x="7045706" y="1600581"/>
                    <a:pt x="6999098" y="1646809"/>
                    <a:pt x="6941566" y="1646809"/>
                  </a:cubicBezTo>
                  <a:lnTo>
                    <a:pt x="6941566" y="1640459"/>
                  </a:lnTo>
                  <a:lnTo>
                    <a:pt x="6941566" y="1646809"/>
                  </a:lnTo>
                  <a:lnTo>
                    <a:pt x="104140" y="1646809"/>
                  </a:lnTo>
                  <a:lnTo>
                    <a:pt x="104140" y="1640459"/>
                  </a:lnTo>
                  <a:lnTo>
                    <a:pt x="104140" y="1646809"/>
                  </a:lnTo>
                  <a:cubicBezTo>
                    <a:pt x="46609" y="1646809"/>
                    <a:pt x="0" y="1600454"/>
                    <a:pt x="0" y="1543304"/>
                  </a:cubicBezTo>
                  <a:lnTo>
                    <a:pt x="0" y="103505"/>
                  </a:lnTo>
                  <a:lnTo>
                    <a:pt x="6350" y="103505"/>
                  </a:lnTo>
                  <a:lnTo>
                    <a:pt x="0" y="103505"/>
                  </a:lnTo>
                  <a:moveTo>
                    <a:pt x="12700" y="103505"/>
                  </a:moveTo>
                  <a:lnTo>
                    <a:pt x="12700" y="1543304"/>
                  </a:lnTo>
                  <a:lnTo>
                    <a:pt x="6350" y="1543304"/>
                  </a:lnTo>
                  <a:lnTo>
                    <a:pt x="12700" y="1543304"/>
                  </a:lnTo>
                  <a:cubicBezTo>
                    <a:pt x="12700" y="1593469"/>
                    <a:pt x="53594" y="1634109"/>
                    <a:pt x="104140" y="1634109"/>
                  </a:cubicBezTo>
                  <a:lnTo>
                    <a:pt x="6941566" y="1634109"/>
                  </a:lnTo>
                  <a:cubicBezTo>
                    <a:pt x="6992112" y="1634109"/>
                    <a:pt x="7033006" y="1593342"/>
                    <a:pt x="7033006" y="1543304"/>
                  </a:cubicBezTo>
                  <a:lnTo>
                    <a:pt x="7033006" y="103505"/>
                  </a:lnTo>
                  <a:cubicBezTo>
                    <a:pt x="7033006" y="53340"/>
                    <a:pt x="6992112" y="12700"/>
                    <a:pt x="6941566" y="12700"/>
                  </a:cubicBezTo>
                  <a:lnTo>
                    <a:pt x="104140" y="12700"/>
                  </a:lnTo>
                  <a:lnTo>
                    <a:pt x="104140" y="6350"/>
                  </a:lnTo>
                  <a:lnTo>
                    <a:pt x="104140" y="12700"/>
                  </a:lnTo>
                  <a:cubicBezTo>
                    <a:pt x="53594" y="12700"/>
                    <a:pt x="12700" y="53467"/>
                    <a:pt x="12700" y="103505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75724" y="2989812"/>
            <a:ext cx="520751" cy="520751"/>
            <a:chOff x="0" y="0"/>
            <a:chExt cx="694334" cy="6943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309" cy="694309"/>
            </a:xfrm>
            <a:custGeom>
              <a:avLst/>
              <a:gdLst/>
              <a:ahLst/>
              <a:cxnLst/>
              <a:rect r="r" b="b" t="t" l="l"/>
              <a:pathLst>
                <a:path h="694309" w="694309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309" y="155448"/>
                    <a:pt x="694309" y="347218"/>
                  </a:cubicBezTo>
                  <a:cubicBezTo>
                    <a:pt x="694309" y="538988"/>
                    <a:pt x="538861" y="694309"/>
                    <a:pt x="347218" y="694309"/>
                  </a:cubicBezTo>
                  <a:cubicBezTo>
                    <a:pt x="155575" y="694309"/>
                    <a:pt x="0" y="538861"/>
                    <a:pt x="0" y="34721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518894" y="3132982"/>
            <a:ext cx="234258" cy="234258"/>
          </a:xfrm>
          <a:custGeom>
            <a:avLst/>
            <a:gdLst/>
            <a:ahLst/>
            <a:cxnLst/>
            <a:rect r="r" b="b" t="t" l="l"/>
            <a:pathLst>
              <a:path h="234258" w="234258">
                <a:moveTo>
                  <a:pt x="0" y="0"/>
                </a:moveTo>
                <a:lnTo>
                  <a:pt x="234258" y="0"/>
                </a:lnTo>
                <a:lnTo>
                  <a:pt x="234258" y="234258"/>
                </a:lnTo>
                <a:lnTo>
                  <a:pt x="0" y="2342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4000" r="0" b="-3996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375724" y="3608184"/>
            <a:ext cx="1928812" cy="24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Database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815658" y="4125220"/>
            <a:ext cx="5284146" cy="1235126"/>
            <a:chOff x="0" y="0"/>
            <a:chExt cx="7045528" cy="16468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" y="6350"/>
              <a:ext cx="7032879" cy="1634109"/>
            </a:xfrm>
            <a:custGeom>
              <a:avLst/>
              <a:gdLst/>
              <a:ahLst/>
              <a:cxnLst/>
              <a:rect r="r" b="b" t="t" l="l"/>
              <a:pathLst>
                <a:path h="1634109" w="7032879">
                  <a:moveTo>
                    <a:pt x="0" y="97155"/>
                  </a:moveTo>
                  <a:cubicBezTo>
                    <a:pt x="0" y="43561"/>
                    <a:pt x="43815" y="0"/>
                    <a:pt x="97790" y="0"/>
                  </a:cubicBezTo>
                  <a:lnTo>
                    <a:pt x="6935089" y="0"/>
                  </a:lnTo>
                  <a:cubicBezTo>
                    <a:pt x="6989064" y="0"/>
                    <a:pt x="7032879" y="43561"/>
                    <a:pt x="7032879" y="97155"/>
                  </a:cubicBezTo>
                  <a:lnTo>
                    <a:pt x="7032879" y="1536954"/>
                  </a:lnTo>
                  <a:cubicBezTo>
                    <a:pt x="7032879" y="1590675"/>
                    <a:pt x="6989064" y="1634109"/>
                    <a:pt x="6935089" y="1634109"/>
                  </a:cubicBezTo>
                  <a:lnTo>
                    <a:pt x="97790" y="1634109"/>
                  </a:lnTo>
                  <a:cubicBezTo>
                    <a:pt x="43815" y="1634109"/>
                    <a:pt x="0" y="1590548"/>
                    <a:pt x="0" y="1536954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45579" cy="1646809"/>
            </a:xfrm>
            <a:custGeom>
              <a:avLst/>
              <a:gdLst/>
              <a:ahLst/>
              <a:cxnLst/>
              <a:rect r="r" b="b" t="t" l="l"/>
              <a:pathLst>
                <a:path h="1646809" w="7045579">
                  <a:moveTo>
                    <a:pt x="0" y="103505"/>
                  </a:moveTo>
                  <a:cubicBezTo>
                    <a:pt x="0" y="46355"/>
                    <a:pt x="46609" y="0"/>
                    <a:pt x="104140" y="0"/>
                  </a:cubicBezTo>
                  <a:lnTo>
                    <a:pt x="6941439" y="0"/>
                  </a:lnTo>
                  <a:lnTo>
                    <a:pt x="6941439" y="6350"/>
                  </a:lnTo>
                  <a:lnTo>
                    <a:pt x="6941439" y="0"/>
                  </a:lnTo>
                  <a:cubicBezTo>
                    <a:pt x="6998970" y="0"/>
                    <a:pt x="7045579" y="46355"/>
                    <a:pt x="7045579" y="103505"/>
                  </a:cubicBezTo>
                  <a:lnTo>
                    <a:pt x="7039229" y="103505"/>
                  </a:lnTo>
                  <a:lnTo>
                    <a:pt x="7045579" y="103505"/>
                  </a:lnTo>
                  <a:lnTo>
                    <a:pt x="7045579" y="1543304"/>
                  </a:lnTo>
                  <a:lnTo>
                    <a:pt x="7039229" y="1543304"/>
                  </a:lnTo>
                  <a:lnTo>
                    <a:pt x="7045579" y="1543304"/>
                  </a:lnTo>
                  <a:cubicBezTo>
                    <a:pt x="7045579" y="1600581"/>
                    <a:pt x="6998970" y="1646809"/>
                    <a:pt x="6941439" y="1646809"/>
                  </a:cubicBezTo>
                  <a:lnTo>
                    <a:pt x="6941439" y="1640459"/>
                  </a:lnTo>
                  <a:lnTo>
                    <a:pt x="6941439" y="1646809"/>
                  </a:lnTo>
                  <a:lnTo>
                    <a:pt x="104140" y="1646809"/>
                  </a:lnTo>
                  <a:lnTo>
                    <a:pt x="104140" y="1640459"/>
                  </a:lnTo>
                  <a:lnTo>
                    <a:pt x="104140" y="1646809"/>
                  </a:lnTo>
                  <a:cubicBezTo>
                    <a:pt x="46609" y="1646809"/>
                    <a:pt x="0" y="1600454"/>
                    <a:pt x="0" y="1543304"/>
                  </a:cubicBezTo>
                  <a:lnTo>
                    <a:pt x="0" y="103505"/>
                  </a:lnTo>
                  <a:lnTo>
                    <a:pt x="6350" y="103505"/>
                  </a:lnTo>
                  <a:lnTo>
                    <a:pt x="0" y="103505"/>
                  </a:lnTo>
                  <a:moveTo>
                    <a:pt x="12700" y="103505"/>
                  </a:moveTo>
                  <a:lnTo>
                    <a:pt x="12700" y="1543304"/>
                  </a:lnTo>
                  <a:lnTo>
                    <a:pt x="6350" y="1543304"/>
                  </a:lnTo>
                  <a:lnTo>
                    <a:pt x="12700" y="1543304"/>
                  </a:lnTo>
                  <a:cubicBezTo>
                    <a:pt x="12700" y="1593469"/>
                    <a:pt x="53594" y="1634109"/>
                    <a:pt x="104140" y="1634109"/>
                  </a:cubicBezTo>
                  <a:lnTo>
                    <a:pt x="6941439" y="1634109"/>
                  </a:lnTo>
                  <a:cubicBezTo>
                    <a:pt x="6991985" y="1634109"/>
                    <a:pt x="7032879" y="1593342"/>
                    <a:pt x="7032879" y="1543304"/>
                  </a:cubicBezTo>
                  <a:lnTo>
                    <a:pt x="7032879" y="103505"/>
                  </a:lnTo>
                  <a:cubicBezTo>
                    <a:pt x="7032879" y="53340"/>
                    <a:pt x="6991985" y="12700"/>
                    <a:pt x="6941439" y="12700"/>
                  </a:cubicBezTo>
                  <a:lnTo>
                    <a:pt x="104140" y="12700"/>
                  </a:lnTo>
                  <a:lnTo>
                    <a:pt x="104140" y="6350"/>
                  </a:lnTo>
                  <a:lnTo>
                    <a:pt x="104140" y="12700"/>
                  </a:lnTo>
                  <a:cubicBezTo>
                    <a:pt x="53594" y="12700"/>
                    <a:pt x="12700" y="53467"/>
                    <a:pt x="12700" y="103505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003472" y="4313034"/>
            <a:ext cx="520751" cy="520751"/>
            <a:chOff x="0" y="0"/>
            <a:chExt cx="694334" cy="6943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4309" cy="694309"/>
            </a:xfrm>
            <a:custGeom>
              <a:avLst/>
              <a:gdLst/>
              <a:ahLst/>
              <a:cxnLst/>
              <a:rect r="r" b="b" t="t" l="l"/>
              <a:pathLst>
                <a:path h="694309" w="694309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309" y="155448"/>
                    <a:pt x="694309" y="347218"/>
                  </a:cubicBezTo>
                  <a:cubicBezTo>
                    <a:pt x="694309" y="538988"/>
                    <a:pt x="538861" y="694309"/>
                    <a:pt x="347218" y="694309"/>
                  </a:cubicBezTo>
                  <a:cubicBezTo>
                    <a:pt x="155575" y="694309"/>
                    <a:pt x="0" y="538861"/>
                    <a:pt x="0" y="34721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sp>
        <p:nvSpPr>
          <p:cNvPr name="Freeform 43" id="43" descr="preencoded.png"/>
          <p:cNvSpPr/>
          <p:nvPr/>
        </p:nvSpPr>
        <p:spPr>
          <a:xfrm flipH="false" flipV="false" rot="0">
            <a:off x="4146652" y="4456214"/>
            <a:ext cx="234258" cy="234258"/>
          </a:xfrm>
          <a:custGeom>
            <a:avLst/>
            <a:gdLst/>
            <a:ahLst/>
            <a:cxnLst/>
            <a:rect r="r" b="b" t="t" l="l"/>
            <a:pathLst>
              <a:path h="234258" w="234258">
                <a:moveTo>
                  <a:pt x="0" y="0"/>
                </a:moveTo>
                <a:lnTo>
                  <a:pt x="234257" y="0"/>
                </a:lnTo>
                <a:lnTo>
                  <a:pt x="234257" y="234258"/>
                </a:lnTo>
                <a:lnTo>
                  <a:pt x="0" y="234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2001" t="0" r="-21997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4003472" y="4931416"/>
            <a:ext cx="1949796" cy="24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Testing &amp; Improvement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87901" y="4125220"/>
            <a:ext cx="5284289" cy="1235126"/>
            <a:chOff x="0" y="0"/>
            <a:chExt cx="7045719" cy="16468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6350" y="6350"/>
              <a:ext cx="7033006" cy="1634109"/>
            </a:xfrm>
            <a:custGeom>
              <a:avLst/>
              <a:gdLst/>
              <a:ahLst/>
              <a:cxnLst/>
              <a:rect r="r" b="b" t="t" l="l"/>
              <a:pathLst>
                <a:path h="1634109" w="7033006">
                  <a:moveTo>
                    <a:pt x="0" y="97155"/>
                  </a:moveTo>
                  <a:cubicBezTo>
                    <a:pt x="0" y="43561"/>
                    <a:pt x="43815" y="0"/>
                    <a:pt x="97790" y="0"/>
                  </a:cubicBezTo>
                  <a:lnTo>
                    <a:pt x="6935216" y="0"/>
                  </a:lnTo>
                  <a:cubicBezTo>
                    <a:pt x="6989191" y="0"/>
                    <a:pt x="7033006" y="43561"/>
                    <a:pt x="7033006" y="97155"/>
                  </a:cubicBezTo>
                  <a:lnTo>
                    <a:pt x="7033006" y="1536954"/>
                  </a:lnTo>
                  <a:cubicBezTo>
                    <a:pt x="7033006" y="1590675"/>
                    <a:pt x="6989191" y="1634109"/>
                    <a:pt x="6935216" y="1634109"/>
                  </a:cubicBezTo>
                  <a:lnTo>
                    <a:pt x="97790" y="1634109"/>
                  </a:lnTo>
                  <a:cubicBezTo>
                    <a:pt x="43815" y="1634109"/>
                    <a:pt x="0" y="1590548"/>
                    <a:pt x="0" y="1536954"/>
                  </a:cubicBezTo>
                  <a:close/>
                </a:path>
              </a:pathLst>
            </a:custGeom>
            <a:solidFill>
              <a:srgbClr val="790709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45706" cy="1646809"/>
            </a:xfrm>
            <a:custGeom>
              <a:avLst/>
              <a:gdLst/>
              <a:ahLst/>
              <a:cxnLst/>
              <a:rect r="r" b="b" t="t" l="l"/>
              <a:pathLst>
                <a:path h="1646809" w="7045706">
                  <a:moveTo>
                    <a:pt x="0" y="103505"/>
                  </a:moveTo>
                  <a:cubicBezTo>
                    <a:pt x="0" y="46355"/>
                    <a:pt x="46609" y="0"/>
                    <a:pt x="104140" y="0"/>
                  </a:cubicBezTo>
                  <a:lnTo>
                    <a:pt x="6941566" y="0"/>
                  </a:lnTo>
                  <a:lnTo>
                    <a:pt x="6941566" y="6350"/>
                  </a:lnTo>
                  <a:lnTo>
                    <a:pt x="6941566" y="0"/>
                  </a:lnTo>
                  <a:cubicBezTo>
                    <a:pt x="6999098" y="0"/>
                    <a:pt x="7045706" y="46355"/>
                    <a:pt x="7045706" y="103505"/>
                  </a:cubicBezTo>
                  <a:lnTo>
                    <a:pt x="7039356" y="103505"/>
                  </a:lnTo>
                  <a:lnTo>
                    <a:pt x="7045706" y="103505"/>
                  </a:lnTo>
                  <a:lnTo>
                    <a:pt x="7045706" y="1543304"/>
                  </a:lnTo>
                  <a:lnTo>
                    <a:pt x="7039356" y="1543304"/>
                  </a:lnTo>
                  <a:lnTo>
                    <a:pt x="7045706" y="1543304"/>
                  </a:lnTo>
                  <a:cubicBezTo>
                    <a:pt x="7045706" y="1600581"/>
                    <a:pt x="6999098" y="1646809"/>
                    <a:pt x="6941566" y="1646809"/>
                  </a:cubicBezTo>
                  <a:lnTo>
                    <a:pt x="6941566" y="1640459"/>
                  </a:lnTo>
                  <a:lnTo>
                    <a:pt x="6941566" y="1646809"/>
                  </a:lnTo>
                  <a:lnTo>
                    <a:pt x="104140" y="1646809"/>
                  </a:lnTo>
                  <a:lnTo>
                    <a:pt x="104140" y="1640459"/>
                  </a:lnTo>
                  <a:lnTo>
                    <a:pt x="104140" y="1646809"/>
                  </a:lnTo>
                  <a:cubicBezTo>
                    <a:pt x="46609" y="1646809"/>
                    <a:pt x="0" y="1600454"/>
                    <a:pt x="0" y="1543304"/>
                  </a:cubicBezTo>
                  <a:lnTo>
                    <a:pt x="0" y="103505"/>
                  </a:lnTo>
                  <a:lnTo>
                    <a:pt x="6350" y="103505"/>
                  </a:lnTo>
                  <a:lnTo>
                    <a:pt x="0" y="103505"/>
                  </a:lnTo>
                  <a:moveTo>
                    <a:pt x="12700" y="103505"/>
                  </a:moveTo>
                  <a:lnTo>
                    <a:pt x="12700" y="1543304"/>
                  </a:lnTo>
                  <a:lnTo>
                    <a:pt x="6350" y="1543304"/>
                  </a:lnTo>
                  <a:lnTo>
                    <a:pt x="12700" y="1543304"/>
                  </a:lnTo>
                  <a:cubicBezTo>
                    <a:pt x="12700" y="1593469"/>
                    <a:pt x="53594" y="1634109"/>
                    <a:pt x="104140" y="1634109"/>
                  </a:cubicBezTo>
                  <a:lnTo>
                    <a:pt x="6941566" y="1634109"/>
                  </a:lnTo>
                  <a:cubicBezTo>
                    <a:pt x="6992112" y="1634109"/>
                    <a:pt x="7033006" y="1593342"/>
                    <a:pt x="7033006" y="1543304"/>
                  </a:cubicBezTo>
                  <a:lnTo>
                    <a:pt x="7033006" y="103505"/>
                  </a:lnTo>
                  <a:cubicBezTo>
                    <a:pt x="7033006" y="53340"/>
                    <a:pt x="6992112" y="12700"/>
                    <a:pt x="6941566" y="12700"/>
                  </a:cubicBezTo>
                  <a:lnTo>
                    <a:pt x="104140" y="12700"/>
                  </a:lnTo>
                  <a:lnTo>
                    <a:pt x="104140" y="6350"/>
                  </a:lnTo>
                  <a:lnTo>
                    <a:pt x="104140" y="12700"/>
                  </a:lnTo>
                  <a:cubicBezTo>
                    <a:pt x="53594" y="12700"/>
                    <a:pt x="12700" y="53467"/>
                    <a:pt x="12700" y="103505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75724" y="4313034"/>
            <a:ext cx="520751" cy="520751"/>
            <a:chOff x="0" y="0"/>
            <a:chExt cx="694334" cy="69433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309" cy="694309"/>
            </a:xfrm>
            <a:custGeom>
              <a:avLst/>
              <a:gdLst/>
              <a:ahLst/>
              <a:cxnLst/>
              <a:rect r="r" b="b" t="t" l="l"/>
              <a:pathLst>
                <a:path h="694309" w="694309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cubicBezTo>
                    <a:pt x="538988" y="0"/>
                    <a:pt x="694309" y="155448"/>
                    <a:pt x="694309" y="347218"/>
                  </a:cubicBezTo>
                  <a:cubicBezTo>
                    <a:pt x="694309" y="538988"/>
                    <a:pt x="538861" y="694309"/>
                    <a:pt x="347218" y="694309"/>
                  </a:cubicBezTo>
                  <a:cubicBezTo>
                    <a:pt x="155575" y="694309"/>
                    <a:pt x="0" y="538861"/>
                    <a:pt x="0" y="34721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sp>
        <p:nvSpPr>
          <p:cNvPr name="Freeform 50" id="50" descr="preencoded.png"/>
          <p:cNvSpPr/>
          <p:nvPr/>
        </p:nvSpPr>
        <p:spPr>
          <a:xfrm flipH="false" flipV="false" rot="0">
            <a:off x="9518894" y="4456214"/>
            <a:ext cx="234258" cy="234258"/>
          </a:xfrm>
          <a:custGeom>
            <a:avLst/>
            <a:gdLst/>
            <a:ahLst/>
            <a:cxnLst/>
            <a:rect r="r" b="b" t="t" l="l"/>
            <a:pathLst>
              <a:path h="234258" w="234258">
                <a:moveTo>
                  <a:pt x="0" y="0"/>
                </a:moveTo>
                <a:lnTo>
                  <a:pt x="234258" y="0"/>
                </a:lnTo>
                <a:lnTo>
                  <a:pt x="234258" y="234258"/>
                </a:lnTo>
                <a:lnTo>
                  <a:pt x="0" y="2342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9375724" y="4931416"/>
            <a:ext cx="1928812" cy="24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Technical English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3820420" y="5575249"/>
            <a:ext cx="6772275" cy="4063308"/>
            <a:chOff x="0" y="0"/>
            <a:chExt cx="9029700" cy="5417744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9029700" cy="5417693"/>
            </a:xfrm>
            <a:custGeom>
              <a:avLst/>
              <a:gdLst/>
              <a:ahLst/>
              <a:cxnLst/>
              <a:rect r="r" b="b" t="t" l="l"/>
              <a:pathLst>
                <a:path h="5417693" w="9029700">
                  <a:moveTo>
                    <a:pt x="0" y="0"/>
                  </a:moveTo>
                  <a:lnTo>
                    <a:pt x="9029700" y="0"/>
                  </a:lnTo>
                  <a:lnTo>
                    <a:pt x="9029700" y="5417693"/>
                  </a:lnTo>
                  <a:lnTo>
                    <a:pt x="0" y="541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47" r="0" b="-48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025778" y="6358833"/>
            <a:ext cx="3086100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Conclusion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025778" y="6861277"/>
            <a:ext cx="3451022" cy="87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SportConnect combines </a:t>
            </a:r>
            <a:r>
              <a:rPr lang="en-US" sz="1312" b="true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sport, technology, and teamwork</a:t>
            </a:r>
            <a:r>
              <a:rPr lang="en-US" sz="1312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to offer a practical, user-friendly solution for managing sports activities.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025778" y="7848009"/>
            <a:ext cx="3451022" cy="966045"/>
            <a:chOff x="0" y="0"/>
            <a:chExt cx="4601362" cy="12880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01210" cy="1288034"/>
            </a:xfrm>
            <a:custGeom>
              <a:avLst/>
              <a:gdLst/>
              <a:ahLst/>
              <a:cxnLst/>
              <a:rect r="r" b="b" t="t" l="l"/>
              <a:pathLst>
                <a:path h="1288034" w="4601210">
                  <a:moveTo>
                    <a:pt x="0" y="97155"/>
                  </a:moveTo>
                  <a:cubicBezTo>
                    <a:pt x="0" y="43561"/>
                    <a:pt x="43561" y="0"/>
                    <a:pt x="97155" y="0"/>
                  </a:cubicBezTo>
                  <a:lnTo>
                    <a:pt x="4504055" y="0"/>
                  </a:lnTo>
                  <a:cubicBezTo>
                    <a:pt x="4557776" y="0"/>
                    <a:pt x="4601210" y="43561"/>
                    <a:pt x="4601210" y="97155"/>
                  </a:cubicBezTo>
                  <a:lnTo>
                    <a:pt x="4601210" y="1190879"/>
                  </a:lnTo>
                  <a:cubicBezTo>
                    <a:pt x="4601210" y="1244600"/>
                    <a:pt x="4557649" y="1288034"/>
                    <a:pt x="4504055" y="1288034"/>
                  </a:cubicBezTo>
                  <a:lnTo>
                    <a:pt x="97155" y="1288034"/>
                  </a:lnTo>
                  <a:cubicBezTo>
                    <a:pt x="43561" y="1288034"/>
                    <a:pt x="0" y="1244473"/>
                    <a:pt x="0" y="1190879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199314" y="8084344"/>
            <a:ext cx="216989" cy="173536"/>
            <a:chOff x="0" y="0"/>
            <a:chExt cx="289319" cy="231381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289306" cy="231394"/>
            </a:xfrm>
            <a:custGeom>
              <a:avLst/>
              <a:gdLst/>
              <a:ahLst/>
              <a:cxnLst/>
              <a:rect r="r" b="b" t="t" l="l"/>
              <a:pathLst>
                <a:path h="231394" w="289306">
                  <a:moveTo>
                    <a:pt x="0" y="0"/>
                  </a:moveTo>
                  <a:lnTo>
                    <a:pt x="289306" y="0"/>
                  </a:lnTo>
                  <a:lnTo>
                    <a:pt x="289306" y="231394"/>
                  </a:lnTo>
                  <a:lnTo>
                    <a:pt x="0" y="23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1093" t="0" r="-1101" b="5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1589839" y="7979416"/>
            <a:ext cx="2713434" cy="66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 clear, modern platform built to connect coaches and students with 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DAHIN7NttYw</dc:identifier>
  <dcterms:modified xsi:type="dcterms:W3CDTF">2011-08-01T06:04:30Z</dcterms:modified>
  <cp:revision>1</cp:revision>
  <dc:title>SPORTCONNECT.pptx</dc:title>
</cp:coreProperties>
</file>